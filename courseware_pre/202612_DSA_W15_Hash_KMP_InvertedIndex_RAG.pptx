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第15周　散列表、KMP 与倒排索引 → RAG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冲突解决 · next 数组 · TF-IDF / BM25 · 检索增强生成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教学要求：掌握散列表的实现原理；理解 KMP 算法的 next 数组计算；了解散列与倒排索引在 RAG 检索系统中的应用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第一部分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散列表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核心思想：用散列函数把键映射成下标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27402"/>
            <a:ext cx="11057839" cy="280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key = "apple"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v   h(key) = hash("apple") % 11 = 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+---+---+---+---+-------+---+---+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0 | 1 | 2 | 3 | apple | 5 |...|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+---+---+---+---+-------+---+---+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4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实现平均 O(1) 的插入、查找、删除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散列函数的常见构造法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h_div(key, m):                    # 除留余数法（最常用）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key % m                    # m 取素数效果更好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h_fold(phone: str, m):            # 折叠法：长数字分段相加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parts = [int(phone[i:i+2]) for i in range(0, len(phone), 2)]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sum(parts) % m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h_string(s: str, m, base=31):     # 字符串：多项式滚动哈希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ch in 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v = (v * base + ord(ch)) % m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sum(ord(c) for c in s) 这种不加权的写法会让 "abc"/"bca"/"cab" 冲突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装填因子 λ = 已存元素数 / 表长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175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516"/>
                <a:gridCol w="4523661"/>
                <a:gridCol w="4523661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λ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线性探测：成功查找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线性探测：失败查找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0.5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1.5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2.5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0.75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2.5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8.5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0.9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5.5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50.5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024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λ &gt; 0.7（或 2/3）时扩容【再散列 rehash】：表长翻倍，所有元素重新插入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冲突解决：开放定址法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175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874"/>
                <a:gridCol w="4297439"/>
                <a:gridCol w="540152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方法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探测序列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问题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线性探测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h, h+1, h+2, 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一次聚集（primary clustering）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二次探测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h, h+1², h+2², 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二次聚集，可能探测不到全表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双重散列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h, h+h₂(k), h+2h₂(k), 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效果最好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024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由鸽巢原理，冲突不可避免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⚠️ 开放定址法删除必须用「墓碑」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class OpenAddressingHashTable: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_EMPTY = object()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_DELETED = object()          # 墓碑标记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def _probe(self, key):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idx = hash(key) % self._cap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first_deleted = -1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for _ in range(self._cap):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k = self._keys[idx]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if k is self._EMPTY: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return first_deleted if first_deleted &gt;= 0 else idx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if k is self._DELETED: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if first_deleted &lt; 0: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    first_deleted = idx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elif k == key: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return idx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idx = (idx + 1) % self._cap        # 线性探测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raise RuntimeError("hash table full")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直接置空会切断探测链，导致后面的元素查不到 —— 必须留墓碑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开放定址 vs 链地址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4300270"/>
                <a:gridCol w="3071621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开放定址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链地址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内存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紧凑，缓存友好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有指针开销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装填因子上限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必须 &lt; 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可以 &gt; 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删除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需墓碑，麻烦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简单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聚集问题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Python 的 dict / set 是怎么实现的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CPython 采用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开放定址 + 随机化探测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（perturb 机制）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3.6 起使用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紧凑布局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（indices 数组 + entries 数组），因此保持插入顺序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平均 O(1)，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最坏 O(n)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（人为构造大量冲突 = 哈希碰撞攻击）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Python 对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str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的哈希默认加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随机盐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（PYTHONHASHSEED）以缓解此类攻击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只有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可哈希（不可变）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对象能作键：int、str、tuple、frozenset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自定义类作键：必须同时实现 __hash__ 与 __eq__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Point: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__init__(self, x, y):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self.x, self.y = x, y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__eq__(self, other):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isinstance(other, Point) and \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(self.x, self.y) == (other.x, other.y)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__hash__(self):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hash((self.x, self.y))       # 用元组的哈希，简单可靠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必须满足：a == b  ⟹  hash(a) == hash(b)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第二部分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字符串匹配：KMP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朴素算法 O(nm) 的浪费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888742"/>
            <a:ext cx="11057839" cy="16840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T: a a a a a b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P: a a a b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^ 失配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朴素算法把 i 挪到 1 重新从头比 —— 已经比较过的信息全部丢弃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KMP 的核心洞察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失配时我们已知 P[0..j-1] 与文本匹配。
若它有长度为 k 的最长相等前后缀，就把模式串滑到「前缀 k 对齐」处，
文本指针 i 完全不用回退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next 数组：P[0..i] 的最长相等真前后缀长度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2973"/>
                <a:gridCol w="1842973"/>
                <a:gridCol w="5528919"/>
                <a:gridCol w="1842973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i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P[0..i]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最长相等真前后缀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nxt[i]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无（真前后缀不能是自身）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ab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aba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"a"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abab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"ab"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ababc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构建 next 数组（本质是模式串自己和自己做 KMP）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build_next(pattern):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"""nxt[i] = pattern[0..i] 的最长相等真前后缀长度。O(m)。"""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m = len(pattern)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nxt = [0] * m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k = 0                              # 当前最长相等前后缀的长度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 in range(1, m):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while k &gt; 0 and pattern[i] != pattern[k]: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k = nxt[k - 1]             # ⭐ 回退到更短的候选前缀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pattern[i] == pattern[k]: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k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nxt[i] = k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nxt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print(build_next("ababc"))      # [0, 0, 1, 2, 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KMP 匹配：O(n + 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kmp_search(text, pattern):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not pattern: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nxt = build_next(pattern)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res, j = [], 0                     # j = 已匹配的模式串长度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i, ch in enumerate(text):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while j &gt; 0 and ch != pattern[j]: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j = nxt[j - 1]             # 失配，模式串右滑，i 不回退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ch == pattern[j]: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j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j == len(pattern):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res.append(i - j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j = nxt[j - 1]             # 继续找下一个（允许重叠）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均摊证明：j 每次至多加 1（共 n 次），while 每次让 j 减少，j 非负 ⇒ 总计 O(n+m)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KMP 的典型应用：求循环节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35026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14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min_period(s):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"""最小循环节长度。若 n % (n - nxt[n-1]) == 0 则为整周期。"""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len(s)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nxt = build_next(s)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 = n - nxt[n - 1]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p if n % p == 0 else n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repeated_substring_pattern(s):     # LC 459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len(s)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nxt = build_next(s)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nxt[n - 1] &gt; 0 and n % (n - nxt[n - 1]) ==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6758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OJ 01961 前缀中的周期、OJ 02406 字符串乘方 都是这个模板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另一条路：字符串哈希（Rabin-Karp）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MOD = (1 &lt;&lt; 61) - 1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BASE = 131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build_hash(s):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"""前缀哈希 + 幂表，支持 O(1) 查询任意子串哈希。"""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 = len(s)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 = [0] * (n + 1); pw = [1] * (n + 1)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i, ch in enumerate(s):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h[i + 1] = (h[i] * BASE + ord(ch)) % MOD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pw[i + 1] = pw[i] * BASE % MOD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h, pw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sub_hash(h, pw, l, r):             # s[l:r] 的哈希，O(1)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(h[r] - h[l] * pw[r - l]) % MOD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12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优点：能处理"任意两子串是否相等""最长公共子串"；缺点：有碰撞概率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Trie 前缀树（LC 208）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class Trie: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__init__(self):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self.children = {}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self.is_end = False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insert(self, word):            # O(L)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node = self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for ch in word: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node = node.children.setdefault(ch, Trie())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node.is_end = True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_find(self, s):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node = self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for ch in s: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if ch not in node.children: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return None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node = node.children[ch]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return node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def starts_with(self, prefix):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return self._find(prefix) is not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Trie 是倒排索引与自动补全的基础结构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第三部分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倒排索引 → RAG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正排 vs 倒排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5749"/>
            <a:ext cx="11057839" cy="39293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文档集：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d1: "数据 结构 与 算法"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d2: "算法 分析 与 复杂度"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d3: "数据 分析"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倒排索引（词 -&gt; 包含它的文档列表）：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数据   -&gt; [d1, d3]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结构   -&gt; [d1]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算法   -&gt; [d1, d2]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分析   -&gt; [d2, d3]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复杂度 -&gt; [d2]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查询"算法"时不必扫描全部文档，一次哈希查找就拿到候选列表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⭐ 倒排索引 = 散列表 + 排好序的 posting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迷你搜索引擎：建索引与布尔检索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from collections import defaultdict, Counter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import re, math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class InvertedIndex: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def __init__(self):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self.index = defaultdict(dict)     # term -&gt; {doc_id: 词频}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self.doc_len = {}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self.n_docs = 0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@staticmethod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def tokenize(text):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return re.findall(r'[a-zA-Z]+|[\u4e00-\u9fff]', text.lower())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def add(self, doc_id, text):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tokens = self.tokenize(text)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self.doc_len[doc_id] = len(tokens)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self.n_docs += 1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for term, tf in Counter(tokens).items():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self.index[term][doc_id] = tf      # 建立倒排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def search_and(self, query):               # posting list 求交集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terms = self.tokenize(query)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result = set(self.index.get(terms[0], {}))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for t in terms[1:]: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    result &amp;= set(self.index.get(t, {}))</a:t>
            </a:r>
          </a:p>
          <a:p>
            <a:pPr algn="l">
              <a:lnSpc>
                <a:spcPts val="1337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242A33"/>
                </a:solidFill>
                <a:latin typeface="Consolas"/>
                <a:ea typeface="Consolas"/>
              </a:rPr>
              <a:t>        return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TF-IDF 与 BM25 打分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def idf(self, term):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df = len(self.index.get(term, {}))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return math.log((self.n_docs + 1) / (df + 1)) + 1     # 平滑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def search_tfidf(self, query, top_k=5):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scores = defaultdict(float)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for term in self.tokenize(query):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idf = self.idf(term)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for doc_id, tf in self.index.get(term, {}).items():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scores[doc_id] += (tf / self.doc_len[doc_id]) * idf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return sorted(scores.items(), key=lambda x: -x[1])[:top_k]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def search_bm25(self, query, top_k=5, k1=1.5, b=0.75):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avgdl = sum(self.doc_len.values()) / max(self.n_docs, 1)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scores = defaultdict(float)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for term in self.tokenize(query):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idf = self.idf(term)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for doc_id, tf in self.index.get(term, {}).items():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dl = self.doc_len[doc_id]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num = tf * (k1 + 1)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den = tf + k1 * (1 - b + b * dl / avgdl)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scores[doc_id] += idf * num / den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return sorted(scores.items(), key=lambda x: -x[1])[:top_k]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TF-IDF 与 BM25 的直觉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TF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：词在本文档中越频繁越重要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IDF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：词在越少的文档中出现，区分度越高（“的”“是”IDF≈0，自动降权）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BM25 的两个修正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词频饱和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（k1）：出现 100 次不该比 10 次重要 10 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文档长度归一化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（b）：长文档天然含更多词，需要惩罚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BM25 至今仍是工业界最强的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稀疏检索基线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，Elasticsearch 的默认打分函数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⚠️ 稀疏检索的局限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倒排索引依赖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字面词匹配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查询“如何加快程序运行速度” vs 文档“算法优化技巧” ——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同义但不同词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查询“苹果的股价” vs 文档“苹果富含维生素” ——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同词但不同义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→ 需要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稠密检索（向量检索）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：用嵌入模型把文本映射成高维向量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向量索引（ANN）用的全是本课程学过的结构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5835"/>
                <a:gridCol w="2947472"/>
                <a:gridCol w="3024530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ANN 方法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用到的数据结构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本课程对应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HNSW（分层可导航小世界图）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图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+ 分层跳表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W12 图、W5 链表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IVF（倒排文件）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聚类 +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倒排索引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本周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LSH（局部敏感哈希）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散列表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本周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KD-Tree / Ball Tree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W9–W11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64185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向量数据库（FAISS、Milvus、Qdrant）不是魔法，是图/树/散列表在高维空间的工程化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RAG 完整流水线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15415"/>
            <a:ext cx="11057839" cy="421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【离线：建索引】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文档 --分块--&gt; chunks --嵌入--&gt; 向量 --建索引--&gt; 向量库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\                              (HNSW / IVF)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\--分词--&gt; 倒排索引 (BM25)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【在线：查询】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用户提问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+--&gt; 稀疏检索 (BM25，倒排索引)  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|                                  +--&gt; 混合排序 --&gt; 重排序 --&gt; Top-K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+--&gt; 稠密检索 (向量最近邻)      --+     (RRF)      (Rerank)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                      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                                v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          把 Top-K 片段拼进 Prompt，交给 LLM 生成答案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RAG 解决三个痛点：知识截止、幻觉、私域知识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最小 RAG 原型：多路召回 + RRF 融合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class MiniRAG: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@staticmethod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def chunk(text, size=200, overlap=50):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"""滑动窗口分块，overlap 保证跨块句子不被切断。"""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res, i = [], 0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while i &lt; len(text):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res.append(text[i:i + size])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i += size - overlap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return res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@staticmethod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def reciprocal_rank_fusion(rank_lists, k=60):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"""RRF：把多路排序结果融合，score = Σ 1/(k + rank)。"""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scores = defaultdict(float)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for lst in rank_lists: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for rank, doc_id in enumerate(lst):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scores[doc_id] += 1.0 / (k + rank + 1)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return [d for d, _ in sorted(scores.items(), key=lambda x: -x[1])]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def build_prompt(self, query, top_k=3):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context = "\n\n---\n\n".join(self.retrieve(query, top_k))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return (f"请仅依据以下资料回答问题。若资料中没有答案，请明确说明。\n"</a:t>
            </a:r>
          </a:p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242A33"/>
                </a:solidFill>
                <a:latin typeface="Consolas"/>
                <a:ea typeface="Consolas"/>
              </a:rPr>
              <a:t>                f"【资料】\n{context}\n\n【问题】{query}\n\n【回答】")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RAG 中每一步用到的数据结构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07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7067"/>
                <a:gridCol w="4550551"/>
                <a:gridCol w="1820220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RAG 环节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数据结构 / 算法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周次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文本分块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字符串处理、滑动窗口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W3、W5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关键词索引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散列表 + 倒排索引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W15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关键词匹配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KMP / Trie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W15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向量索引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图 / 树 / 哈希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W9–W12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Top-K 召回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Agent 工作流依赖调度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拓扑排序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W14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52069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一个 RAG 系统，几乎把整学期的数据结构用了一遍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AI 辅助算法实践小项目选题建议（占总评 10%）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课程讲义问答机器人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：把 16 周讲义建成 RAG 索引，引用讲义作答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OJ 题目推荐系统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：TF-IDF/BM25 对题面建索引，按知识点与难度返回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代码相似度检测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：字符串哈希 + LCS / 编辑距离实现查重原型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算法可视化工具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：排序、最短路、AVL 旋转过程动画化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中文分词 + 倒排索引搜索引擎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：jieba 分词 + 布尔检索 + BM25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评分看功能完整性、算法合理性、代码规范、文档与提交记录；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用大模型须声明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788"/>
                <a:gridCol w="4588314"/>
                <a:gridCol w="2018858"/>
                <a:gridCol w="305887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设计哈希映射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706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手写散列表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两数之和 / 字母异位词分组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 / 49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哈希查找、哈希键设计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最长连续序列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128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set 的 O(n) 技巧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找出字符串中第一个匹配项的下标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KMP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重复的子字符串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459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next 数组求循环节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字符串乘方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02406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KMP 循环节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实现 Trie / 单词搜索 II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208 / 212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Trie、Trie + 回溯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实现迷你搜索引擎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课堂题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倒排索引 + BM25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散列表用散列函数映射到下标，平均 O(1)；冲突用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开放定址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或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链地址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开放定址删除要用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墓碑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；自定义类作键要同时实现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__hash__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__eq__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KMP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用 next 数组避免文本指针回退，O(nm) →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O(n+m)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倒排索引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本质是散列表，配合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TF-IDF / BM25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打分是搜索引擎的基石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⭐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RAG 中的向量索引正是图、树、散列表在高维空间的工程化应用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：课程总结与复习、上机考试要点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