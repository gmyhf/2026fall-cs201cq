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第10周　堆与二叉搜索树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二叉堆 · 堆排序 · 优先队列 · BST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教学要求：理解堆的性质与操作；掌握 BST 的基本操作及其时间复杂度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二叉堆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二叉堆 = 完全二叉树 + 堆序性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87067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小根堆: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3     2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/ \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6   5 4   8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数组表示（1-based）: [_, 1, 3, 2, 6, 5, 4, 8]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⚠️ 堆只保证【父子有序】，不保证兄弟或同层有序 —— 堆不是排好序的数组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数组表示的下标关系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31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8358"/>
                <a:gridCol w="1970216"/>
                <a:gridCol w="1970216"/>
                <a:gridCol w="2709047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表示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左孩子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右孩子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父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1-based（根在 1）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2i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2i+1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i // 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0-based（根在 0）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2i+1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2i+2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(i-1) // 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276301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完全二叉树可以紧凑存进数组，无需任何指针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两个核心操作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上浮（sift up）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：插入新元素后，若比父亲小就交换，直到满足堆序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下沉（sift down）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：删除根后把末尾元素放到根，与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较小的孩子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交换下沉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两者都沿着一条根—叶路径走，长度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二叉堆实现（1-based 小根堆）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class BinaryHeap: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self._heap = [0]        # 下标 0 占位不用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self._size = 0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_sift_up(self, i):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while i // 2 &gt; 0 and self._heap[i] &lt; self._heap[i // 2]: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self._heap[i], self._heap[i//2] = self._heap[i//2], self._heap[i]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i //= 2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_min_child(self, i):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2 * i + 1 &gt; self._size: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return 2 * i                        # 只有左孩子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return 2*i if self._heap[2*i] &lt; self._heap[2*i+1] else 2*i+1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_sift_down(self, i):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while 2 * i &lt;= self._size: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mc = self._min_child(i)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if self._heap[i] &lt;= self._heap[mc]: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    break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self._heap[i], self._heap[mc] = self._heap[mc], self._heap[i]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i = 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push / pop /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push(self, item):                    # O(log n)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self._heap.append(item)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self._size += 1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self._sift_up(self._size)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pop(self):                           # O(log n)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top = self._heap[1]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self._heap[1] = self._heap[self._size]   # 末尾元素放到根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self._heap.pop()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self._size -= 1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if self._size: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    self._sift_down(1)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return top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build(self, items):                  # ⭐ O(n) 建堆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self._heap = [0] + list(items)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self._size = len(items)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for i in range(self._size // 2, 0, -1):   # 从最后一个非叶结点开始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    self._sift_down(i)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为什么建堆是 O(n) 而不是 O(n log 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97"/>
                <a:gridCol w="4300270"/>
                <a:gridCol w="430027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高度 h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该高度的结点数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每个的下沉代价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0（叶）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~n/2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~n/4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~n/8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log 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log 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总代价 = Σ (n / 2^(h+1))·h = n·Σ h/2^(h+1) ≤ n·1 = O(n)　（用到 Σ h/2^h = 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heapq 与堆排序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heapq：Python 的标准小根堆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heapq.heappush(h, 5)            # O(log 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smallest = heapq.heappop(h)     # O(log n)，弹出最小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top = h[0]                      # O(1)，查看最小但不弹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 = [5, 3, 8, 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heapq.heapify(a)                # ⭐ O(n)，原地建堆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heapq.heappushpop(h, x)         # 先 push 再 pop，比分开快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heapq.heapreplace(h, x)         # 先 pop 再 push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heapq.nlargest(k, iterable)     # Top-K 大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heapq.merge(*iterables)         # 归并多个有序序列（惰性）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大根堆的三种做法 + 元组陷阱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方法 1：取负数（数值型首选）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heapq.heappush(h, -x)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largest = -heapq.heappop(h)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方法 2：元组第一维取负（带附加数据）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heapq.heappush(h, (-priority, data))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方法 3：包装类，反向定义 __lt__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class MaxItem: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def __lt__(self, other):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       return self.val &gt; other.val      # 反向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# ⚠️ 元组比较陷阱：dist 相同时会去比第二维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heapq.heappush(h, (dist, some_object))   # 对象无 __lt__ 会报错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import itertools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counter = itertools.count()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42A33"/>
                </a:solidFill>
                <a:latin typeface="Consolas"/>
                <a:ea typeface="Consolas"/>
              </a:rPr>
              <a:t>heapq.heappush(h, (dist, next(counter), some_object))   # ✅ 加序号打破平局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堆排序：原地 O(1) 空间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def heap_sort(a):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n = len(a)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def sift_down(start, end):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root = start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while 2 * root + 1 &lt;= end: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child = 2 * root + 1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if child + 1 &lt;= end and a[child] &lt; a[child + 1]: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child += 1                       # 取较大的孩子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if a[root] &lt; a[child]: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a[root], a[child] = a[child], a[root]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root = child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return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for start in range(n // 2 - 1, -1, -1):      # 1) 建大根堆 O(n)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sift_down(start, n - 1)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for end in range(n - 1, 0, -1):              # 2) 反复换堆顶到末尾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a[0], a[end] = a[end], a[0]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sift_down(0, end - 1)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return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三种 O(n log n) 排序对比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031"/>
                <a:gridCol w="2721168"/>
                <a:gridCol w="2399575"/>
                <a:gridCol w="395806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归并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快排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堆排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O(n 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额外空间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稳定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❌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实测常数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大（缓存不友好）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优先队列的应用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Top-K：维护大小为 k 的小根堆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kth_largest(nums, k):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"""LC 215：O(n log k)，且支持数据流。"""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 = nums[:k]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heapq.heapify(h)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v in nums[k:]: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v &gt; h[0]: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heapq.heapreplace(h, v)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h[0]          # 堆顶即第 k 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k 远小于 n 时优于排序的 O(n log n)，且数据不必全部装进内存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LC 295 数据流的中位数：对顶堆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MedianFinder: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self.small = []      # 大根堆（存负值），较小的一半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self.large = []      # 小根堆，较大的一半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addNum(self, num: int) -&gt; None: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heapq.heappush(self.small, -num)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# 保证 small 的最大值 &lt;= large 的最小值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heapq.heappush(self.large, -heapq.heappop(self.small))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# 保持 len(small) &gt;= len(large)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len(self.large) &gt; len(self.small):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heapq.heappush(self.small, -heapq.heappop(self.large))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findMedian(self) -&gt; float: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len(self.small) &gt; len(self.large):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-self.small[0]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(-self.small[0] + self.large[0])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22161 Huffman 编码树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build_huffman(freq: dict):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 = [HuffNode(w, c, c) for c, w in freq.items()]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heapq.heapify(h)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len(h) &gt;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a = heapq.heappop(h)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b = heapq.heappop(h)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merged = HuffNode(a.weight + b.weight, min(a.key, b.key), None, a, b)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heapq.heappush(h, merged)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h[0]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贪心正确性：权值最小的两个字符一定在最深层且互为兄弟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堆的其他经典应用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Dijkstra 最短路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13 周）：优先队列取出当前最近的结点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Prim 最小生成树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14 周）：优先队列取出最小横切边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任务调度 / 会议室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：LC 253 会议室 II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贪心 + 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：OJ 18164 剪绳子、LC 1046 最后一块石头的重量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二叉搜索树（BST）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BST 的定义与核心性质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06397"/>
            <a:ext cx="11057839" cy="36487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8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3     10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/ \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1   6      14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/ \     /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4   7   13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对任意结点 x：左子树全部 &lt; x &lt; 右子树全部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⭐ 最重要的性质：中序遍历 = 升序序列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1  3  4  6  7  8  10  13  14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查找与插入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search(root, key):                 # O(h)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cur = root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cur: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key == cur.val: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cur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 = cur.left if key &lt; cur.val else cur.right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insert(root, key):                 # O(h)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root is None: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TreeNode(key)           # ⭐ 新结点总是插入为叶结点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key &lt; root.val: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root.left = insert(root.left, key)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elif key &gt; root.val: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root.right = insert(root.right, key)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删除：三种情况（重点）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delete(root, key):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if root is None: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return None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if key &lt; root.val: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root.left = delete(root.left, key)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elif key &gt; root.val: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root.right = delete(root.right, key)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else: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# 情况 1 &amp; 2：至多一个孩子，直接用孩子顶替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if root.left is None: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return root.right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if root.right is None: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return root.left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# 情况 3：两个孩子，用右子树最小值（中序后继）顶替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succ = root.right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while succ.left: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succ = succ.left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root.val = succ.val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root.right = delete(root.right, succ.val)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也可用左子树最大值（中序前驱）顶替，效果相同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删除有两个孩子的结点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87067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删除 3：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8                         8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/   \                     /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3     10       ==&gt;        4     10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/ \      \                / \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1   6      14             1   6      14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/ \                       /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4   7                     _   7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^ 中序后继顶上来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BST 的退化问题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36420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按升序插入 1,2,3,4,5：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1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3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5      树高 = n-1，所有操作退化成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解决方案：① 自平衡树（AVL / 红黑树，第 11 周）② 随机化 ③ 直接用 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BST 复杂度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87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3643"/>
                <a:gridCol w="3796682"/>
                <a:gridCol w="284751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平均（随机插入）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最坏（退化）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查找 / 插入 / 删除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O(log 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232359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随机顺序插入 n 个键的期望树高是 O(log n)，但输入顺序不由我们决定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BST 典型题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is_valid_bst(root):            # LC 98：用上下界，别只比较父子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check(node, lo, hi):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node is None: return True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not (lo &lt; node.val &lt; hi): return False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return check(node.left, lo, node.val) and \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   check(node.right, node.val, hi)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return check(root, float('-inf'), float('inf'))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kth_smallest(root, k):         # LC 230：中序遍历第 k 个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stack, cur = [], root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while cur or stack: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while cur: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stack.append(cur); cur = cur.left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cur = stack.pop()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k -= 1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k == 0: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return cur.val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cur = cur.right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def lca_bst(root, p, q):           # LC 235：利用有序性，O(h)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cur = root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while cur: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if p.val &lt; cur.val and q.val &lt; cur.val:   cur = cur.left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elif p.val &gt; cur.val and q.val &gt; cur.val: cur = cur.right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else: return cur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Python 中的“有序容器”替代方案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bisect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有序列表：查找 O(log n)，但插入/删除 O(n)（要搬移）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bisect.insort(a, x)              # 插入并保持有序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 = bisect.bisect_left(a, x)     # 二分查找位置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第三方（多数 OJ 不可用，本地可用）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from sortedcontainers import SortedList   # 均 O(log 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9986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n ≤ 10⁵ 时 bisect.insort 的搬移是 C 实现的 memmove，常数极小，通常够用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913"/>
                <a:gridCol w="4205358"/>
                <a:gridCol w="2271644"/>
                <a:gridCol w="307892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实现堆结构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04078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手写堆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数组中的第K个最大元素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小根堆 Top-K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 K 个高频元素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347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Counter + 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数据流的中位数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295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对顶堆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哈夫曼编码树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22161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堆 + 贪心建树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验证二叉搜索树 / 第K小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98 / 230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BST 性质、中序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删除二叉搜索树中的节点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450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BST 删除三种情况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将有序数组转换为 BST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108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平衡建树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实验四：实现 BinaryHeap 与 BST；实测随机插入 vs 升序插入的树高与查找时间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二叉堆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完全二叉树 + 堆序性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；用数组存储，父子下标可算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push / pop 是 O(log n)（上浮 / 下沉），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建堆是 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heapq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是小根堆；大根堆取负数；元组比较小心第二维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堆的杀手锏：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Top-K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对顶堆求中位数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Huffman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Dijkstra/Prim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BST 中序遍历升序；操作 O(h)，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h 最坏是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这就是下周要解决的问题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第10周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