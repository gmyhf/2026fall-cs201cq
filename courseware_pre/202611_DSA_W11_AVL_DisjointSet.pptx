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第11周　AVL 树与并查集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平衡因子与四种旋转 · 路径压缩与按秩合并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教学要求：理解平衡树的旋转操作；掌握并查集的实现与应用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上周遗留的问题：BST 会退化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76755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按升序插入 1..5:              期望的平衡形态: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1                                 3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\       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2                            2     4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\                          /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3          vs            1       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4                      高度 O(log n)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5    高度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平衡二叉树通过插删时的局部调整（旋转），把树高强行控制在 O(log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第一部分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AVL 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任意结点的左右子树高度差不超过 1 的二叉搜索树
BF(node) = height(left) − height(right) ∈ {−1, 0, +1}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树的高度界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 N(h) 为高度 h 的 AVL 树的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结点数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N(0)=1，N(1)=2，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N(h) = 1 + N(h−1) + N(h−2)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与斐波那契同构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可得 N(h) ≈ φ^h / √5（φ 为黄金比 1.618）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反解：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 ≤ 1.44 · log₂(n+2) − 0.328 = 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结论：AVL 树的高度最多比完全二叉树高约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44%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，操作稳定 O(log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LL 型（左左）→ 右旋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z (BF=+2)                  y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y   T4    右旋 z          x     z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    -------&gt;   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x   T3          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T1  T2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新结点插在【左子树的左子树】上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RR 型（右右）→ 左旋（与 LL 镜像）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08072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z (BF=-2)                     y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 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T1  y      左旋 z            z     x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-------&gt;     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T2  x          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T3  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LR 型（左右）→ 先左旋后右旋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46732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z              z                x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   / \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y   T4         x   T4          y     z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\    ==&gt;     / \      ==&gt;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T1  x          y   T3          T1 T2 T3 T4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T2  T3     T1  T2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对 y 左旋      对 z 右旋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单次右旋无效，需要先把它转成 LL 型。RL 型与之镜像。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四种失衡的判定表（必背）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12"/>
                <a:gridCol w="1664276"/>
                <a:gridCol w="1280212"/>
                <a:gridCol w="68331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BF(z)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BF(子结点)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≥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rotate_right(z)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&lt; 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rotate_left(z.left) 后 rotate_right(z)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−2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rotate_left(z)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−2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&gt; 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rotate_right(z.right) 后 rotate_left(z)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判定看：失衡结点的 BF 符号 + 其重侧孩子的 BF 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旋转的实现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height(node):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node.height if node else 0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update_height(node):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node.height = 1 + max(height(node.left), height(node.right))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rotate_right(z):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"""右旋：z 的左孩子 y 上位。"""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 = z.left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z.left = y.right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y.right = z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update_height(z)          # ⚠️ 先更新下面的 z，再更新 y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update_height(y)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y                  # 返回新的子树根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def rotate_left(z):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 = z.right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z.right = y.left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y.left = z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update_height(z)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update_height(y)</a:t>
            </a:r>
          </a:p>
          <a:p>
            <a:pPr algn="l">
              <a:lnSpc>
                <a:spcPts val="144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242A33"/>
                </a:solidFill>
                <a:latin typeface="Consolas"/>
                <a:ea typeface="Consolas"/>
              </a:rPr>
              <a:t>    return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rebalance：一个函数搞定四种情况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balance_factor(node):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height(node.left) - height(node.right) if node else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rebalance(node):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"""更新高度并在失衡时旋转，返回该子树新的根。"""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update_height(node)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bf = balance_factor(node)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bf &gt; 1:                                   # 左重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balance_factor(node.left) &lt; 0:        # LR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node.left = rotate_left(node.left)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rotate_right(node)                # LL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bf &lt; -1:                                  # 右重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balance_factor(node.right) &gt; 0:       # RL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node.right = rotate_right(node.right)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rotate_left(node)                 # RR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插入与删除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avl_insert(node, key):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node is None: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AVLNode(key)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key &lt; node.key: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node.left = avl_insert(node.left,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elif key &gt; node.key: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node.right = avl_insert(node.right,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node                              # 重复键，忽略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return rebalance(node)                       # ⭐ 回溯时逐层再平衡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avl_delete(node, key):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node is None: return None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if key &lt; node.key:   node.left = avl_delete(node.left,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elif key &gt; node.key: node.right = avl_delete(node.right, 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node.left is None:  return node.right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node.right is None: return node.left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succ = node.right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while succ.left: succ = succ.left        # 中序后继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node.key = succ.key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node.right = avl_delete(node.right, succ.key)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return rebalance(node)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验证：退化不再发生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 = AVLTree()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range(1, 100000):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t.insert(i)              # 升序插入 —— BST 会退化，AVL 不会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print(t.height())            # 17  （而非 99999）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同样的输入，普通 BST 树高 99999，AVL 只有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 vs 删除的旋转次数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517"/>
                <a:gridCol w="2353994"/>
                <a:gridCol w="712132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旋转次数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原因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至多 1 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旋转后子树高度恢复原值，无需继续向上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子树变矮会一路向上传播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 vs 红黑树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744"/>
                <a:gridCol w="3274191"/>
                <a:gridCol w="610190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AVL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红黑树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平衡条件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严格（高度差 ≤ 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宽松（最长路 ≤ 2 倍最短路）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~1.44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~2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更快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稍慢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/ 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旋转更多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旋转更少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典型应用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读多写少（数据库索引）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C++ std::map、Java TreeMap、Linux 内核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第二部分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并查集（Disjoint Set Union）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要解决的问题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维护若干个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不相交集合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，支持两种操作：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find(x)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：查询 x 属于哪个集合（返回代表元）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union(x, y)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：把 x 和 y 所在的两个集合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合并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典型问句：“a 和 b 是不是一伙的？”“现在还剩几个连通块？”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基本思想：用森林表示集合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集合 {1,2,3}, {4,5}: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1          4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2   3        5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parent = [_, 1, 1, 1, 4, 4]     树根就是代表元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朴素实现的问题：可能形成一条链，find 退化成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优化一：路径压缩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find(4) 之前:        find(4) 之后: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1                     1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                  / | |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2                 2  3 4  5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3                把路径上所有结点直接挂到根下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路径压缩的两种写法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find(x):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"""递归版：简洁，但深链时可能爆栈。"""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parent[x] != x: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parent[x] = find(parent[x])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parent[x]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find_iter(x):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"""⭐ 迭代版：两趟扫描，OJ 推荐。"""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root =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parent[root] != root:      # 第一趟：找到根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root = parent[root]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parent[x] != root:         # 第二趟：全部挂到根下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parent[x], x = root, parent[x]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完整模板（路径压缩 + 按大小合并）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class DSU: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__init__(self, n):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self.parent = list(range(n))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self.size = [1] * n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self.count = n                # 连通分量个数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find(self, x):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root = 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while self.parent[root] != root: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root = self.parent[root]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while self.parent[x] != root:         # 路径压缩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self.parent[x], x = root, self.parent[x]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return root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def union(self, x, y):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"""合并成功返回 True，本来就同一集合返回 False。"""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rx, ry = self.find(x), self.find(y)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if rx == ry: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return False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if self.size[rx] &lt; self.size[ry]:     # 小树挂到大树下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    rx, ry = ry, rx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self.parent[ry] = rx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self.size[rx] += self.size[ry]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self.count -= 1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这段模板请默写下来 —— 第 14 周 Kruskal 会直接用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复杂度：两个优化缺一不可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6463"/>
                <a:gridCol w="705137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优化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单次操作复杂度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无优化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仅路径压缩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均摊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仅按秩合并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两者都用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O(α(n)) ≈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α 是反阿克曼函数；对任何实际的 n（哪怕 10⁸⁰）都有 α(n) &lt;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第三部分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并查集的应用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应用一：连通分量计数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OJ 02524 宗教信仰 / LC 547 省份数量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find_circle_num(is_connected):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len(is_connected)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range(i + 1,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is_connected[i][j]: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dsu.union(i, j)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dsu.count            # 直接读出连通分量个数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应用二：OJ 01611 The Suspects（传染）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_ in range(m):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k = int(data[p]); p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members = [int(data[p + i]) for i in range(k)]; p += 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k):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dsu.union(members[0], members[i])      # 同组全部合并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print(dsu.group_size(0))       # 与 0 号同组的人数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size 数组在这里直接给出答案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应用三：判环 / 冗余连接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find_redundant_connection(edges):    # LC 684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DSU(len(edges)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a, b in edges: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dsu.union(a, b):      # 已经连通，这条边构成环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[a, b]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无向图判环：加边时若两端已连通则有环 —— 这正是 Kruskal 的核心判据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应用四：带权并查集（OJ 07734 虫子的生活）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class WeightedDSU: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"""rel[x] = x 与其父结点的关系（0 同类，1 异类），模 2 运算。"""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find(self, x):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if self.parent[x] == x: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return x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root = self.find(self.parent[x])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self.rel[x] ^= self.rel[self.parent[x]]     # 压缩时累加关系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self.parent[x] = root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root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union(self, x, y, d=1):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"""断言 x 与 y 的关系为 d，返回是否与已知信息矛盾。"""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rx, ry = self.find(x), self.find(y)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if rx == ry: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return (self.rel[x] ^ self.rel[y]) == d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self.parent[rx] = ry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self.rel[rx] = self.rel[x] ^ self.rel[y] ^ d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应用五：种类并查集（扩展域）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OJ 01703：两个帮派。开 2n 个结点：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  i   表示"i 在帮派 A"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  i+n 表示"i 在帮派 B"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 = DSU(2 *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D a b：a 与 b 不同帮派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dsu.union(a, b +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dsu.union(a + n, b)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A a b：查询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if dsu.connected(a, b):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print("In the same gang.")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elif dsu.connected(a, b +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print("In different gangs.")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print("Not sure yet.")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食物链问题（三种类别）用 3n 个结点，同理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AVL 树 vs 并查集：互补的两种结构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955"/>
                <a:gridCol w="4939928"/>
                <a:gridCol w="303995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AVL 树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并查集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维护什么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有序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的动态集合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不相交集合的划分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核心操作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查找、插入、删除、前驱后继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find、union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单次复杂度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O(α(n)) ≈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能查“第 k 小”吗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✅（加 size 域）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能查“是否同组”吗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AVL 管“顺序”，并查集管“分组”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655"/>
                <a:gridCol w="3785701"/>
                <a:gridCol w="2798127"/>
                <a:gridCol w="311235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平衡二叉树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平衡判定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AVL 树的插入（手工模拟）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四种旋转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宗教信仰 / 省份数量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02524 / LC 547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并查集计数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The Suspects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01611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 + size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冗余连接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684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并查集判环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虫子的生活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07734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带权 / 种类并查集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岛屿数量（并查集解法）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对比第 8 周 DFS 解法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发现它，抓住它 / 账户合并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01703 / LC 721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扩展域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实验五：实现 AVLTree；对比 BST 与 AVL 在升序 / 随机插入下的树高与查找耗时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AVL 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BF ∈ {−1,0,1}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把树高锁定在 1.44 log n，代价是插删时旋转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四种失衡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LL / RR / LR / RL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，判定看两个 BF 的符号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并查集用森林表示集合，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路径压缩 + 按秩合并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⇒ 近似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三类经典用法：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连通分量计数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判环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带权/种类关系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：把树推广到最一般的非线性结构 ——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