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第12周　图的表示与遍历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邻接矩阵 vs 邻接表 · DFS / BFS · 连通分量与二分图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教学要求：掌握图的存储结构；熟练实现 BFS 和 DFS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图的基本概念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G = (V, 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08072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无向图                     有向图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A --- B                    A --&gt;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/  |                    ^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/   |                    |     v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C --- D                    C &lt;-- D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V 是顶点集，E 是边集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术语表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311"/>
                <a:gridCol w="781052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术语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度 degree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无向图中与顶点相连的边数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入度 / 出度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有向图中指向 / 指出该点的边数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连通分量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无向图的极大连通子图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强连通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有向图中任意两点互相可达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稀疏图 / 稠密图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 ≈ V / E ≈ V²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DAG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有向无环图 —— 第 14 周拓扑排序的对象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四个重要事实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无向图中所有顶点的度之和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2|E|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（握手定理）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 个顶点的无向连通图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至少有 n−1 条边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（此时它是一棵树）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 个顶点的无向图若有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≥ n 条边，则必有环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树 = 无环连通图 = n 个顶点 n−1 条边的连通图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图的存储结构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邻接矩阵：g[i][j] 表示 i→j 是否有边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A B C D                 A B C D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A [ 0 1 1 0 ]          A [ 0 1 1 ∞ 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B [ 1 0 1 1 ]          B [ 1 0 1 4 ]     带权图用 ∞ 表示无边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C [ 1 1 0 1 ]          C [ 1 1 0 2 ]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D [ 0 1 1 0 ]          D [ ∞ 4 2 0 ]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空间 O(V²)  |  判断边 O(1)  |  遍历邻居 O(V)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适合：稠密图、需频繁查询边、Floyd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邻接表：最常用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defaultdict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写法 1：列表的列表（顶点编号 0..n-1，最快）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graph = [[] for _ in range(n)]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add_edge(u, v, directed=False):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graph[u].append(v)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directed: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graph[v].append(u)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写法 2：defaultdict（顶点是任意可哈希对象）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graph = defaultdict(list)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graph[u].append(v)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带权图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graph = [[] for _ in range(n)]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graph[u].append((v, w))          # (邻居, 权值)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空间 O(V+E) | 遍历邻居 O(deg(u)) | 适合稀疏图（绝大多数 OJ 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三种表示的选择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4862"/>
                <a:gridCol w="640297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场景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推荐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V ≤ 500 且需要 Floyd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邻接矩阵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一般图遍历、最短路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邻接表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Kruskal、Bellman-Ford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边集数组 [(w, u, v), ...]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网格图（迷宫）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不显式建图，用坐标 + 方向数组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网格图的隐式表示：(i,j) 是顶点，DIRS4 给出邻居 —— 第 8 周已经用过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图的遍历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图与树的遍历差异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树的遍历不用 visited（无环、每个结点只有一个父亲）
图必须用 visited，否则会在环里无限打转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DFS：递归版与迭代版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dfs_recursive(graph, u, visited, order):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visited[u] =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order.append(u)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for v in graph[u]: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not visited[v]: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dfs_recursive(graph, v, visited, order)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dfs_iterative(graph, start, n):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stack = [start]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order = []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while stack: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u = stack.pop()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visited[u]: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visited[u] =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order.append(u)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for v in reversed(graph[u]):     # reversed 让顺序与递归版一致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visited[v]: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stack.append(v)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BFS：顺带求出无权图最短路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bfs(graph, start, n):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dist = [-1] * n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parent = [-1] * n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q = deque([start])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visited[start] = True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dist[start] = 0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u = q.popleft()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visited[v]: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visited[v] = True        # ⚠️ 入队时标记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dist[u] + 1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parent[v] = u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q.append(v)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dist, parent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restore_path(parent, target):        # 回溯出路径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path = []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target != -1: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path.append(target)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target = parent[target]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path[::-1]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遍历复杂度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932"/>
                <a:gridCol w="640190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表示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DFS / BFS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邻接表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O(V + 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邻接矩阵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遍历的应用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应用一：连通分量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def count_components(graph, n):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components = []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for s in range(n):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if visited[s]: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comp, stack = [], [s]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visited[s] = True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while stack: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u = stack.pop()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comp.append(u)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for v in graph[u]: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if not visited[v]: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    visited[v] = True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    stack.append(v)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components.append(comp)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LC 200 岛屿数量、LC 547 省份数量也可用并查集（第 11 周）—— 两种解法都要会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应用二：LC 785 二分图判定（染色法）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is_bipartite(graph):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n = len(graph)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color = [0] * n              # 0 未染色，1 和 -1 是两种颜色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s in range(n):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color[s]: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color[s] = 1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q = deque([s])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while q: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u = q.popleft()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for v in graph[u]: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if color[v] == 0: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    color[v] = -color[u]     # 染成相反色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    q.append(v)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elif color[v] == color[u]: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    return False             # 相邻同色 -&gt; 有奇环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二分图 ⟺ 图中不存在奇数长度的环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应用三：无向图判环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has_cycle_undirected(graph,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s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visited[s]: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stack = [(s, -1)]        # (当前点, 父结点)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visited[s]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u, parent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for v in graph[u]: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if not visited[v]: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visited[v]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stack.append((v, u))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elif v != parent:      # 访问过且不是来时的父 -&gt; 有环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return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若图中有重边，v != parent 的判断会出错，需改为记录边的编号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应用四：有向图判环（三色法）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WHITE, GRAY, BLACK = 0, 1, 2      # 未访问 / 在当前递归栈 / 已完成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def has_cycle_directed(graph, n):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color = [WHITE] * n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def dfs(u):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color[u] = GRAY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if color[v] == GRAY:      # 指向递归栈中的点 -&gt; 后向边 -&gt; 有环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return True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if color[v] == WHITE and dfs(v):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return True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color[u] = BLACK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return False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any(dfs(u) for u in range(n) if color[u] == WHITE)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LC 207 课程表：判断能否修完所有课 = 判断有向图是否无环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图论最难的一步：建模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建模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图论题的难点往往不是算法，而是识别出
【什么是顶点，什么是边】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常见建模对照表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330"/>
                <a:gridCol w="3579547"/>
                <a:gridCol w="273596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顶点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迷宫最短路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格子 (i, j)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上下左右可走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词梯（OJ 28046）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差一个字母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骑士周游（OJ 28050）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棋盘格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马走日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课程表（LC 207）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先修关系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倒水问题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水量状态 (a, b)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一次倒水操作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八数码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棋盘布局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移动空格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建模练习：倒水问题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def pour_water(cap_a, cap_b, target):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"""两个容量为 cap_a、cap_b 的杯子，量出 target 升水的最少步数。"""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q = deque([((0, 0), 0)])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seen = {(0, 0)}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(a, b), d = q.popleft()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if a == target or b == target: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return d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nxts = [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(cap_a, b), (a, cap_b),                     # 装满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(0, b), (a, 0),                             # 倒空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(a - min(a, cap_b - b), b + min(a, cap_b - b)),   # A -&gt; B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(a + min(b, cap_a - a), b - min(b, cap_a - a)),   # B -&gt; A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for s in nxts: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if s not in seen: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seen.add(s)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q.append((s, d + 1))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return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顶点是"状态"而不是"位置" —— 这是状态空间搜索的通用思路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进阶了解：割点与桥（Tarjan）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find_bridges(graph, n):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"""dfn[u] = 访问时间戳；low[u] = 能回溯到的最早祖先。"""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dfn = [0] * n; low = [0] * n; timer = [1]; bridges = []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dfs(u, parent):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dfn[u] = low[u] = timer[0]; timer[0] += 1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v == parent: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continue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dfn[v] == 0: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dfs(v, u)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low[u] = min(low[u], low[v])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if low[v] &gt; dfn[u]:       # v 的子树回不到 u 及其祖先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    bridges.append((u, v))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low[u] = min(low[u], dfn[v])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for s in range(n):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dfn[s] == 0: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dfs(s, -1)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bridges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强连通分量（SCC）用 Tarjan / Kosaraju，O(V+E)；属竞赛内容，本课程只作了解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997"/>
                <a:gridCol w="3115566"/>
                <a:gridCol w="2921852"/>
                <a:gridCol w="355142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岛屿数量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 DFS /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克隆图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133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图遍历 + 哈希映射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判断二分图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785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染色法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有向图判环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省份数量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547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连通分量（对比并查集）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所有可能的路径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797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DAG 路径枚举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词梯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28046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图建模 +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骑士周游 / 倒水问题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28050 / 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建模 + 剪枝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实验六：实现同时支持邻接表与邻接矩阵的 Graph 类，对比稀疏/稠密图上的耗时与内存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图 = (V, E)；核心是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建模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：识别顶点与边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存储：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邻接表 O(V+E)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是默认选择；邻接矩阵适合稠密图与 Floyd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遍历必须用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visited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，入队 / 入栈时标记；DFS / BFS 均为 O(V+E)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经典应用：连通分量、二分图染色、判环、路径枚举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网格图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不必显式建图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，用坐标 + 方向数组即可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：带权图上的最短路径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