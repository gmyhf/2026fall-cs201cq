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第3周　算法分析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大 O 记法 · 复杂度级别 · Python 内建结构性能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教学要求：掌握渐近符号衡量算法效率的方法；能够分析简单算法的时间复杂度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为什么需要复杂度分析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计时测量的局限；从操作计数到增长函数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渐近记号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大 O / 大 Ω / 大 Θ；化简规则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常见复杂度级别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从 O(1) 到 O(n!)；数据范围反推算法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Python 内建结构性能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list / dict / set / deque / str 的操作代价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空间复杂度与递归式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调用栈开销；分治复杂度的递归树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为什么需要复杂度分析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计时测量靠不住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实测运行时间受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机器、语言、编译器、系统负载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影响，无法跨环境比较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同一份代码在你的笔记本和 OJ 服务器上可能差 5 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我们需要一种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与机器无关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的度量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做法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：数一数算法执行了多少次“基本操作”，考察它随输入规模 n 如何增长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从计数到函数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07073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8695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sum_of_n(n):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total = 0                 # 1 次赋值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n + 1): # 循环 n 次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total = total + i     # 每次 1 次加法 + 1 次赋值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total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基本操作次数 T(n) = 1 + 2n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8805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n = 10⁶ 时，常数 1 与系数 2 都无关紧要 —— 决定量级的是 n 这一项，故 T(n) =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渐近记号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大 O 的定义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若存在正常数 c 与 n₀，使得对所有 n ≥ n₀ 都有 T(n) ≤ c·g(n)，
则记 T(n) = O(g(n))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三种渐近记号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838"/>
                <a:gridCol w="1965838"/>
                <a:gridCol w="712616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记号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含义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直观理解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O(g)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上界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 的增长不快于 g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Ω(g)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下界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 的增长不慢于 g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Θ(g)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紧确界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 与 g 同阶（既是 O 又是 Ω）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严格说“归并排序是 Θ(n log n)”，但工程与竞赛中习惯统一写 O(n 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化简规则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去掉常系数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：O(3n) = 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只保留最高阶项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：O(n² + 100n + 5000) = O(n²)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顺序结构取最大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：先 O(n) 再 O(n²)，总体 O(n²)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嵌套循环取乘积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：外层 n 次、内层 m 次 ⇒ O(nm)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对数的底数无关紧要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：log₂n 与 log₁₀n 只差常数倍，统一写 log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课堂练习：判断下面各段的复杂度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range(n):            # O(n)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j in range(n):        # O(n)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...                   # 总计 O(n^2)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j in range(i):        # 平均 n/2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...                   # n(n-1)/2 = O(n^2)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 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while i &lt; n:                  # i = 1,2,4,8,...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 *= 2                    # 执行 log2(n) 次 -&gt; O(log 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j 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j &lt; n: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j *= 2                # 内层 O(log n) -&gt; 总计 O(n 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常见复杂度级别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复杂度阶梯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038"/>
                <a:gridCol w="1946317"/>
                <a:gridCol w="4133771"/>
                <a:gridCol w="251471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名称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典型算法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n=10⁶ 时操作数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常数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数组随机访问、哈希查找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二分查找、平衡树单次操作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遍历、前缀和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线性对数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 / 快排 / 堆排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2×10⁷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冒泡 / 选择 / 插入排序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10¹² 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O(n³)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立方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Floyd-Warshall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10¹⁸ 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O(2ⁿ) / O(n!)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指数 / 阶乘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子集枚举 / 全排列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天文数字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增长速度对比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46732"/>
            <a:ext cx="11057839" cy="3368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时间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^                                  2^n   n^2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         /     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        /     /        n log n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       /     /        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      /     /       /          n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     /    /      /        ____/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    /   /    __/    _____/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   / _/ __--/ _____/            log n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|                        _--=--==------------------------------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+--------------------------------------------------------------&gt;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数据范围反推算法（考场第一步）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636"/>
                <a:gridCol w="3140350"/>
                <a:gridCol w="519585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 的范围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可接受复杂度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常见做法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≤ 10–12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O(n!)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全排列枚举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≤ 20–25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O(2ⁿ)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子集枚举、状压 DP、折半搜索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≤ 100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O(n³)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Floyd、区间 DP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≤ 1000–2000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二维 DP、朴素图算法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≤ 10⁵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排序、堆、二分、Dijkstra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≤ 10⁶–10⁷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双指针、单调栈、前缀和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≥ 10⁸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 /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数学公式、快速幂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6011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Python 每秒约 10⁷ 量级简单操作，C++ 约 10⁸–10⁹ —— 读完题先看 n 的范围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最好、最坏与平均情况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以顺序查找为例：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最好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O(1)（第一个命中）、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O(n)、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平均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若无特别说明，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算法复杂度默认指最坏情况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快速排序是著名例外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：最坏 O(n²)，平均 O(n log 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通过随机化枢轴，使最坏情况几乎不会发生（第 6 周详述）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均摊分析与内建结构性能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 list.append 算 O(1)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的 list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动态数组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：容量满了就申请更大的一块，把旧元素搬过去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单次 append 若触发扩容是 O(n)，但扩容不是每次都发生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从容量 1 增长到 n，总搬移次数约 1+2+4+…+n &lt; 2n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n 次 append 总代价 O(n)，均摊每次 O(1)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这叫均摊分析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list 的操作复杂度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4242"/>
                <a:gridCol w="2492545"/>
                <a:gridCol w="441105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说明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a[i] / a[i] = x / len(a)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随机访问，长度被缓存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a.append(x) / a.pop()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均摊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尾部操作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a.pop(0) / a.insert(0, x)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要搬移后续所有元素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x in a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应改用 set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a.sort()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Timsort，近似有序时接近 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a[i:j] / a + 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O(j-i) / O(n+m)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切片与拼接都是拷贝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dict / set / deque / str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192"/>
                <a:gridCol w="6107988"/>
                <a:gridCol w="3680658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结构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dict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d[k] / d[k]=v / del / k in 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平均 O(1)，最坏 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set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add / in / discard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平均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deque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append / appendleft / pop / popleft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全部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deque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d[i]（中间随机访问）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str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 += t（循环中）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O(n²)，应改用 join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BFS 一定要用 deque —— 用 list.pop(0) 会把 O(n) 的 BFS 变成 O(n²)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实测对比（本周实验必做）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timeit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 = 100000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t_list = timeit.timeit('a.pop(0)',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setup=f'a = list(range({N}))', number=N // 10)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t_deque = timeit.timeit('a.popleft()',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 setup=f'from collections import deque; '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       f'a = deque(range({N}))', number=N // 10)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print(f"list.pop(0)    : {t_list:.4f}s")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print(f"deque.popleft(): {t_deque:.4f}s")   # 通常快 2~3 个数量级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亲手测一遍，把“复杂度”从概念变成肌肉记忆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空间复杂度与递归式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空间复杂度：统计输入之外的额外存储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total(a):              # 空间 O(1)：只用了常数个变量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x in a: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 += 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doubled(a):            # 空间 O(n)：新建了等长列表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[x * 2 for x in a]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rec_sum(a, i=0):       # 空间 O(n)：递归深度 n，每层一个栈帧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i == len(a):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a[i] + rec_sum(a, i + 1)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递归的空间代价常被忽略：深度 n 的递归占用 O(n) 调用栈，Python 默认上限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分治递归式速查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524"/>
                <a:gridCol w="2427868"/>
                <a:gridCol w="353144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递归式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解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例子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T(n/2) +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T(n/2) + 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快速选择（平均）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2T(n/2) +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二叉树遍历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2T(n/2) + 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归并排序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T(n) = 2T(n-1) +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O(2ⁿ)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汉诺塔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递归树直观法：归并排序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67737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层号     子问题规模     子问题个数     本层总代价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0          n              1             n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1         n/2             2             n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2         n/4             4             n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...                                    ...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log n       1              n             n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------------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共 log n + 1 层，每层 n  =&gt;  O(n 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6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例题精讲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例1　LC 303 区域和检索：前缀和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NumArray: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__init__(self, nums):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self.pre = [0] * (len(nums)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i, v in enumerate(nums):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self.pre[i + 1] = self.pre[i] + v   # pre[i] = nums[0..i-1] 之和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sumRange(self, left: int, right: int) -&gt; int: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self.pre[right + 1] - self.pre[left]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朴素做法每次查询 O(n)，q 次共 O(nq)；预处理后单次 O(1)，总计 O(n+q)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例2　LC 53 最大子数组和：从 O(n³) 到 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brute3(a):                     # O(n^3)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max(sum(a[i:j + 1])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for i in range(len(a)) for j in range(i, len(a)))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brute2(a):                     # O(n^2)：滚动累加，省掉 sum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best = a[0]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for i in range(len(a)):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cur = 0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j in range(i, len(a)):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cur += a[j]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best = max(best, cur)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best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kadane(a):                     # O(n)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best = cur = a[0]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for x in a[1:]: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cur = max(x, cur + x)      # 要么接在前面，要么从 x 重新开始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best = max(best, cur)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三个版本答案相同，n = 10⁵ 时只有第三个能过 —— 复杂度就是能不能过题的分水岭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例3　LC 704 二分查找：O(log 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binary_search(a, target):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lo, hi = 0, len(a)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lo &lt;= hi: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mid = (lo + hi) // 2       # Python 大整数不会溢出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a[mid] == target: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mid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a[mid] &lt; target: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lo = mid + 1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hi = mid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-1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bisect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 = bisect.bisect_left(a, x)       # 第一个 &gt;= 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j = bisect.bisect_right(a, x)      # 第一个 &gt; 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cnt = j - i                        # x 出现次数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课堂练习：判断复杂度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# (1)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for i in range(n):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for j in range(i + 1, n):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for k in range(j + 1, n):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    pass                    # 答：C(n,3) = O(n^3)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# (2)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i = n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while i &gt; 0: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for j in range(i):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pass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i //= 2                         # 答：n + n/2 + n/4 + ... = O(n)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# (3)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res = []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for x in a: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res.insert(0, x)                # 答：1+2+...+n = O(n^2)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                            # 应改成 append 后 reverse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925"/>
                <a:gridCol w="4286982"/>
                <a:gridCol w="2079094"/>
                <a:gridCol w="321983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区域和检索 - 数组不可变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303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前缀和，O(1) 查询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最大子数组和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 线性扫描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704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搜索插入位置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二分边界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移动零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283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双指针 O(n) 原地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实验一：对 n = 10³~10⁶ 实测四组对比，双对数坐标作图，验证斜率与理论复杂度一致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大 O 描述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增长趋势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，忽略常数与低阶项；选型先看阶，再抠常数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复杂度阶梯：1 &lt; log n &lt; n &lt; n log n &lt; n² &lt; n³ &lt; 2ⁿ &lt; n!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拿到题先看 n 的范围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，反推允许的复杂度，再选算法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三大 TLE 来源：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list.pop(0)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x in list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、循环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 +=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：第一个真正的数据结构 —— 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