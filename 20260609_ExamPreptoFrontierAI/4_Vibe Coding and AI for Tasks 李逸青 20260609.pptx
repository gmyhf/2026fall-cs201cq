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65" r:id="rId3"/>
    <p:sldId id="263" r:id="rId4"/>
    <p:sldId id="268" r:id="rId5"/>
    <p:sldId id="271" r:id="rId6"/>
    <p:sldId id="272" r:id="rId7"/>
    <p:sldId id="273" r:id="rId8"/>
    <p:sldId id="266" r:id="rId9"/>
    <p:sldId id="275" r:id="rId10"/>
    <p:sldId id="282" r:id="rId11"/>
    <p:sldId id="277" r:id="rId12"/>
    <p:sldId id="279" r:id="rId13"/>
    <p:sldId id="278" r:id="rId14"/>
    <p:sldId id="292" r:id="rId15"/>
    <p:sldId id="283" r:id="rId16"/>
    <p:sldId id="288" r:id="rId17"/>
    <p:sldId id="284" r:id="rId18"/>
    <p:sldId id="290" r:id="rId19"/>
    <p:sldId id="302" r:id="rId20"/>
    <p:sldId id="303" r:id="rId21"/>
    <p:sldId id="295" r:id="rId22"/>
    <p:sldId id="285" r:id="rId23"/>
    <p:sldId id="286" r:id="rId24"/>
    <p:sldId id="287" r:id="rId25"/>
    <p:sldId id="280" r:id="rId26"/>
    <p:sldId id="267" r:id="rId27"/>
    <p:sldId id="269" r:id="rId28"/>
    <p:sldId id="270" r:id="rId29"/>
    <p:sldId id="289" r:id="rId30"/>
    <p:sldId id="291" r:id="rId31"/>
    <p:sldId id="301" r:id="rId32"/>
    <p:sldId id="297" r:id="rId33"/>
    <p:sldId id="300" r:id="rId34"/>
    <p:sldId id="298" r:id="rId35"/>
    <p:sldId id="299" r:id="rId36"/>
    <p:sldId id="304" r:id="rId37"/>
    <p:sldId id="274" r:id="rId38"/>
    <p:sldId id="257" r:id="rId39"/>
    <p:sldId id="293" r:id="rId40"/>
    <p:sldId id="296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3F6"/>
    <a:srgbClr val="EEEEF0"/>
    <a:srgbClr val="D7EAF7"/>
    <a:srgbClr val="F4E4C8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55" autoAdjust="0"/>
    <p:restoredTop sz="95901" autoAdjust="0"/>
  </p:normalViewPr>
  <p:slideViewPr>
    <p:cSldViewPr snapToGrid="0">
      <p:cViewPr varScale="1">
        <p:scale>
          <a:sx n="78" d="100"/>
          <a:sy n="78" d="100"/>
        </p:scale>
        <p:origin x="77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8A9DB-561F-4101-845C-72FF543D0541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751E6-8FAF-40E2-B748-71C690D26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217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门槛还是有的：平庸水平</a:t>
            </a:r>
            <a:endParaRPr lang="en-US" altLang="zh-CN" dirty="0"/>
          </a:p>
          <a:p>
            <a:r>
              <a:rPr lang="zh-CN" altLang="en-US" dirty="0"/>
              <a:t>沉浸式编程</a:t>
            </a:r>
            <a:endParaRPr lang="en-US" altLang="zh-CN" dirty="0"/>
          </a:p>
          <a:p>
            <a:r>
              <a:rPr lang="zh-CN" altLang="en-US" dirty="0"/>
              <a:t>如果哪里有问题，就修改</a:t>
            </a:r>
            <a:r>
              <a:rPr lang="en-US" altLang="zh-CN" dirty="0"/>
              <a:t>prompt</a:t>
            </a:r>
            <a:r>
              <a:rPr lang="zh-CN" altLang="en-US" dirty="0"/>
              <a:t>（让</a:t>
            </a:r>
            <a:r>
              <a:rPr lang="en-US" altLang="zh-CN" dirty="0"/>
              <a:t>ai</a:t>
            </a:r>
            <a:r>
              <a:rPr lang="zh-CN" altLang="en-US" dirty="0"/>
              <a:t>做作业题）</a:t>
            </a:r>
            <a:endParaRPr lang="en-US" altLang="zh-CN" dirty="0"/>
          </a:p>
          <a:p>
            <a:r>
              <a:rPr lang="zh-CN" altLang="en-US" dirty="0"/>
              <a:t>说想法、看结果、再想法</a:t>
            </a:r>
            <a:r>
              <a:rPr lang="en-US" altLang="zh-CN" dirty="0"/>
              <a:t>……</a:t>
            </a:r>
            <a:r>
              <a:rPr lang="zh-CN" altLang="en-US" dirty="0"/>
              <a:t>直到完全符合预期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思路、流程、细节，遇到</a:t>
            </a:r>
            <a:r>
              <a:rPr lang="en-US" altLang="zh-CN" dirty="0"/>
              <a:t>bug</a:t>
            </a:r>
            <a:r>
              <a:rPr lang="zh-CN" altLang="en-US" dirty="0"/>
              <a:t>需要追根溯源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用自然语言：自动造出来代码和界面（查看对错，对了就收下，错了就）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人类：出题、审核；</a:t>
            </a:r>
            <a:r>
              <a:rPr lang="en-US" altLang="zh-CN" dirty="0"/>
              <a:t>ai</a:t>
            </a:r>
            <a:r>
              <a:rPr lang="zh-CN" altLang="en-US" dirty="0"/>
              <a:t>：写题</a:t>
            </a:r>
            <a:r>
              <a:rPr lang="en-US" altLang="zh-CN" dirty="0"/>
              <a:t>+</a:t>
            </a:r>
            <a:r>
              <a:rPr lang="zh-CN" altLang="en-US" dirty="0"/>
              <a:t>改卷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需求→</a:t>
            </a:r>
            <a:r>
              <a:rPr lang="en-US" altLang="zh-CN" dirty="0"/>
              <a:t>ai</a:t>
            </a:r>
            <a:r>
              <a:rPr lang="zh-CN" altLang="en-US" dirty="0"/>
              <a:t>工作→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精力放在想要什么上面，可以零门槛上手，想法比技能更重要，保持心流状态，立刻调整（</a:t>
            </a:r>
            <a:r>
              <a:rPr lang="en-US" altLang="zh-CN" dirty="0"/>
              <a:t>vibe</a:t>
            </a:r>
            <a:r>
              <a:rPr lang="zh-CN" altLang="en-US" dirty="0"/>
              <a:t>感）、快速试错验证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快速生成、即时预览、快速调整</a:t>
            </a:r>
            <a:endParaRPr lang="en-US" altLang="zh-CN" dirty="0"/>
          </a:p>
          <a:p>
            <a:r>
              <a:rPr lang="en-US" altLang="zh-CN" dirty="0"/>
              <a:t>Cursor: common +k +l </a:t>
            </a:r>
            <a:r>
              <a:rPr lang="zh-CN" altLang="en-US" dirty="0"/>
              <a:t>理解项目上下文、自动查</a:t>
            </a:r>
            <a:r>
              <a:rPr lang="en-US" altLang="zh-CN" dirty="0"/>
              <a:t>bug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 err="1"/>
              <a:t>Trea</a:t>
            </a:r>
            <a:r>
              <a:rPr lang="zh-CN" altLang="en-US" dirty="0"/>
              <a:t>：对话式开发（免费、预算有限）</a:t>
            </a:r>
            <a:endParaRPr lang="en-US" altLang="zh-CN" dirty="0"/>
          </a:p>
          <a:p>
            <a:r>
              <a:rPr lang="en-US" altLang="zh-CN" dirty="0" err="1"/>
              <a:t>Vscode+clean</a:t>
            </a:r>
            <a:r>
              <a:rPr lang="en-US" altLang="zh-CN" dirty="0"/>
              <a:t>(</a:t>
            </a:r>
            <a:r>
              <a:rPr lang="zh-CN" altLang="en-US" dirty="0"/>
              <a:t>支持</a:t>
            </a:r>
            <a:r>
              <a:rPr lang="en-US" altLang="zh-CN" dirty="0"/>
              <a:t>server)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751E6-8FAF-40E2-B748-71C690D2643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073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Vibe studying? Vibe research???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9751E6-8FAF-40E2-B748-71C690D2643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1846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Vibe studying? Vibe research???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751E6-8FAF-40E2-B748-71C690D2643E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332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Agnet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 skills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重复的专业的流程打包封装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Claude-&gt;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查看文档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传统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changing data &amp; prompt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模块化的能力插件：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claude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---tool(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使用说明、工具（代码、脚本）、参考资料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Claude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可以像操作电脑一样调用（专业性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</a:rPr>
              <a:t>、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免重复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</a:rPr>
              <a:t>、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可组合）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渐进式披露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图书馆查资料的三个步骤：元数据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目录（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skill.md main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目录提取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description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从书本提取目录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token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使用说明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打开操作手册：读取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skill.md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。打开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1-2-3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页。按需加载的能力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工具和资源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调用实际工具（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md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py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temolate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直接执行，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claude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只会看输入输出是否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自定义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skill.dm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（核心文件元数据  操作指南）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script(python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脚本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templates(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模板文件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如何使用：官方预制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Github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工作流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Skills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覆盖了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claude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全产品（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api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claugde.ai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claude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code(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本地文件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全网访问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大模型：聊天机器人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带着工具箱和操作手册的专业技工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文件系统：知识持久化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按需加载：成本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代码执行：逻辑准确性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751E6-8FAF-40E2-B748-71C690D2643E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46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973A1-2B1E-40C1-BAE6-F36840391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73FBB3-51BC-49CC-B473-9F84E4F2C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5E7832-91B3-4561-BF4C-49A543DB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E367-4D5C-447C-B260-BF0C917E8D5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F53438-5982-4901-8069-F43489381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765FF4-F3EC-4FAF-89A6-5601AA10A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F713-DA22-4BDF-BFB8-32F57385D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566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09FAC-2447-4AC7-BD4D-679FABCE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C8486A-4CD2-4B69-BF7C-4FBB5F0FA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118B69-C758-4A96-972F-F4D13B8A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E367-4D5C-447C-B260-BF0C917E8D5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5D7636-018F-4C16-80EC-DA24C8CFE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07B7B3-4E85-4A26-8169-15F13CD66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F713-DA22-4BDF-BFB8-32F57385D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10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7B0A9-91F5-485D-995B-827BEC408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DBEB84-20DA-4FF6-A7B8-86DE2FD7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FFA70-420D-4F1F-91AA-0D71189B2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E367-4D5C-447C-B260-BF0C917E8D5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52B1F7-779C-4220-82A3-5CDD9E53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22157E-4F6A-4E5F-95E8-43D4576E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F713-DA22-4BDF-BFB8-32F57385D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394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C2785-B4F5-47DB-B041-D6698137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72487E-60AC-4B30-8053-BB23A4FBE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89DB65-8893-4E2F-9A2C-DE333BC77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EDA161-8BD2-4282-82AB-B74DB9E6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E367-4D5C-447C-B260-BF0C917E8D5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C88EC8-B826-40BB-95BE-813F276B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2D0F3B-43E9-4D4F-977B-94202D3E1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F713-DA22-4BDF-BFB8-32F57385D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03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505DC-8690-4D21-A38E-C3DFA4DEF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EF39A0-7322-4422-9F20-1340A4629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24D19F-EDBA-4E30-850D-3B8A59A8D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164CAC-3AE6-4DDA-93D9-8A5E9CF09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BBBAA5-49E5-4F02-B519-6A00BE700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468497-93C6-4B45-81D7-DEAF2786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E367-4D5C-447C-B260-BF0C917E8D5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5127A3-4CAE-46FB-9DA6-594F2A0DB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56678C2-8EE6-422D-8E64-90FEA242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F713-DA22-4BDF-BFB8-32F57385D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799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8B4E6-A427-4D35-9534-6A423F9CB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BBF2EA-BB08-4405-9777-78A77993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E367-4D5C-447C-B260-BF0C917E8D5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0E2899-BE01-4C4F-8616-AA898FF7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8B0C79-1DE2-415D-8B99-495AAA72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F713-DA22-4BDF-BFB8-32F57385D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684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F0ADF1-784F-4BFD-BC07-5DEAEB4A3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E367-4D5C-447C-B260-BF0C917E8D5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BFF3B2-3CD7-4FF2-A53E-7C0AC530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49C4C0-183D-4601-9F5D-F0BA789F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F713-DA22-4BDF-BFB8-32F57385D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23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03CD1-7732-4535-AD67-D0DABA3A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AE0817-DF32-4FDB-B92C-9E10F36B6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442F7A-E4AE-454A-AF75-023FDF785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FFFA58-7DDA-4760-A2B0-7A13ECA1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E367-4D5C-447C-B260-BF0C917E8D5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9DC9A2-2164-4D57-83A9-1300D4FB9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340BA2-3671-4C73-BB8D-2E6902A2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F713-DA22-4BDF-BFB8-32F57385D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56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309AB-38F4-4CC9-87BF-EDAC9494A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E39AE6-BAA0-45BD-9697-71316CAC8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BA4FEB-5A18-4E21-A072-FFCCD2BD6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4E7427-9A03-472C-83D9-222CF891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E367-4D5C-447C-B260-BF0C917E8D5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E765E9-FC0A-4F9B-8F7F-5CE8EE436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9E145C-ABE4-40A7-BC0D-FD07DEE3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F713-DA22-4BDF-BFB8-32F57385D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21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E4FD9-6558-4985-B054-8D839642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D5D47C-87D7-4FB9-8664-195562381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BB4337-E042-4154-B60D-51496C9F4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E367-4D5C-447C-B260-BF0C917E8D5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03C8C0-04BB-4981-87E6-87A611EC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D5D7B3-CCD1-4153-A09B-CBB8EEFFE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F713-DA22-4BDF-BFB8-32F57385D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931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06DE4F8-A0FE-4250-8E4B-2D1E018E6C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5262CA-5E3B-41EB-B51A-82A25AF30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82325A-A9B1-4674-93A7-E2B8609C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E367-4D5C-447C-B260-BF0C917E8D5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677234-E28B-43AB-905E-118F508B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3618FD-5EA9-4CFC-AC6F-6AA7DD22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F713-DA22-4BDF-BFB8-32F57385D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58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B681EB-FFDE-4AD5-BDD2-A9FAF21FE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1360F2-79C6-486A-9720-D8843DCE2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388C13-A4E8-4D23-A045-3E811F68E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2E367-4D5C-447C-B260-BF0C917E8D5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EFE78B-D88B-43FF-A014-AAC8317C7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E77D4B-F9EA-481D-8A31-54D7B06FC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FF713-DA22-4BDF-BFB8-32F57385D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02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sj.com/tech/typing-is-being-replaced-by-whisperingand-its-way-more-annoying-a804fee7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535EF7-23DC-4C9C-9AD9-400801066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1122363"/>
            <a:ext cx="10835148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AdLib WGL4 BT" panose="04040805040B02020603" pitchFamily="82" charset="0"/>
              </a:rPr>
              <a:t>Vibe Coding and AI for Tasks</a:t>
            </a:r>
            <a:br>
              <a:rPr lang="en-US" altLang="zh-CN" dirty="0"/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氛围编程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任务导向的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F42134-D7BF-488C-A499-D8C002654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806"/>
            <a:ext cx="9144000" cy="1655762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李逸青 数据结构与算法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课程分享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2026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080547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2D89D8A-4ABF-4E8E-A77F-5D6FCCC3EBF6}"/>
              </a:ext>
            </a:extLst>
          </p:cNvPr>
          <p:cNvSpPr txBox="1"/>
          <p:nvPr/>
        </p:nvSpPr>
        <p:spPr>
          <a:xfrm>
            <a:off x="760303" y="793318"/>
            <a:ext cx="1116700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Outline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What is </a:t>
            </a:r>
            <a:r>
              <a:rPr lang="en-US" altLang="zh-CN" sz="36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ibe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Coding?</a:t>
            </a:r>
          </a:p>
          <a:p>
            <a:pPr lvl="0"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</a:t>
            </a:r>
            <a:r>
              <a:rPr lang="en-US" altLang="zh-CN" sz="36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ibe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Coding to Build a </a:t>
            </a:r>
            <a:r>
              <a:rPr lang="en-US" altLang="zh-CN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(In Detail)</a:t>
            </a:r>
          </a:p>
          <a:p>
            <a:pPr>
              <a:defRPr/>
            </a:pPr>
            <a:r>
              <a:rPr lang="en-US" altLang="zh-CN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 Used AI Agents to Handle Tasks (Briefly)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sz="36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Summary and Outlook</a:t>
            </a:r>
          </a:p>
          <a:p>
            <a:pPr lvl="0"/>
            <a:endParaRPr lang="en-US" altLang="zh-CN" sz="36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/>
            <a:endParaRPr lang="en-US" altLang="zh-CN" sz="36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51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6D16B5A-0C52-47C0-A11F-E13B18048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181" y="114300"/>
            <a:ext cx="8334375" cy="66294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5E8986C-60D3-45E8-B991-390214A6AA7A}"/>
              </a:ext>
            </a:extLst>
          </p:cNvPr>
          <p:cNvSpPr/>
          <p:nvPr/>
        </p:nvSpPr>
        <p:spPr>
          <a:xfrm>
            <a:off x="293444" y="283513"/>
            <a:ext cx="3207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vibe coding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2CEF10-7C46-4809-82BB-6FFD80F72A86}"/>
              </a:ext>
            </a:extLst>
          </p:cNvPr>
          <p:cNvSpPr/>
          <p:nvPr/>
        </p:nvSpPr>
        <p:spPr>
          <a:xfrm>
            <a:off x="228966" y="1854738"/>
            <a:ext cx="333521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沉浸式编程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自然语言编程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（理论上不需要门槛）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说想法、看结果、再说想法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直到完全符合预期的迭代过程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Motivation &gt; Skills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F5B591-4DC8-4B5C-8FB7-DB8DE7FB0FCA}"/>
              </a:ext>
            </a:extLst>
          </p:cNvPr>
          <p:cNvSpPr/>
          <p:nvPr/>
        </p:nvSpPr>
        <p:spPr>
          <a:xfrm rot="20663583">
            <a:off x="408025" y="5622658"/>
            <a:ext cx="29770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prompt-and-pray</a:t>
            </a:r>
            <a:r>
              <a:rPr lang="zh-CN" altLang="en-US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95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6EAFB2-A6A7-4B32-A5E2-4205A1035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066800"/>
            <a:ext cx="10287000" cy="57912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90478A1-BB61-459B-B769-0D0D9902E6B4}"/>
              </a:ext>
            </a:extLst>
          </p:cNvPr>
          <p:cNvSpPr/>
          <p:nvPr/>
        </p:nvSpPr>
        <p:spPr>
          <a:xfrm>
            <a:off x="3378991" y="147464"/>
            <a:ext cx="54340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Vibe Coding?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7CA955-8282-43F4-93EF-3872A966F904}"/>
              </a:ext>
            </a:extLst>
          </p:cNvPr>
          <p:cNvSpPr/>
          <p:nvPr/>
        </p:nvSpPr>
        <p:spPr>
          <a:xfrm>
            <a:off x="156411" y="855350"/>
            <a:ext cx="51374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rgbClr val="333333"/>
                </a:solidFill>
                <a:latin typeface="-apple-system"/>
              </a:rPr>
              <a:t>Karpathy</a:t>
            </a:r>
            <a:r>
              <a:rPr lang="zh-CN" altLang="en-US" sz="2800" b="1" dirty="0">
                <a:solidFill>
                  <a:srgbClr val="333333"/>
                </a:solidFill>
                <a:latin typeface="-apple-system"/>
              </a:rPr>
              <a:t>加入</a:t>
            </a:r>
            <a:r>
              <a:rPr lang="en-US" altLang="zh-CN" sz="2800" b="1" dirty="0">
                <a:solidFill>
                  <a:srgbClr val="333333"/>
                </a:solidFill>
                <a:latin typeface="-apple-system"/>
              </a:rPr>
              <a:t>Anthropic</a:t>
            </a:r>
            <a:r>
              <a:rPr lang="zh-CN" altLang="en-US" sz="2800" b="1" dirty="0">
                <a:solidFill>
                  <a:srgbClr val="333333"/>
                </a:solidFill>
                <a:latin typeface="-apple-system"/>
              </a:rPr>
              <a:t>后的讲座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77389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9D30F03-84FC-4530-8840-463FD153E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019175"/>
            <a:ext cx="10287000" cy="58388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13EB926-2445-4C5C-9052-70697D3B517C}"/>
              </a:ext>
            </a:extLst>
          </p:cNvPr>
          <p:cNvSpPr/>
          <p:nvPr/>
        </p:nvSpPr>
        <p:spPr>
          <a:xfrm>
            <a:off x="3378990" y="147464"/>
            <a:ext cx="59815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Vibe Coding?</a:t>
            </a:r>
          </a:p>
        </p:txBody>
      </p:sp>
    </p:spTree>
    <p:extLst>
      <p:ext uri="{BB962C8B-B14F-4D97-AF65-F5344CB8AC3E}">
        <p14:creationId xmlns:p14="http://schemas.microsoft.com/office/powerpoint/2010/main" val="2936138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9181BA2-8745-42ED-B68B-E2944DA13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882566"/>
            <a:ext cx="10287000" cy="583882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B388F30-DA2A-4BA1-8DAC-542142FF93C7}"/>
              </a:ext>
            </a:extLst>
          </p:cNvPr>
          <p:cNvSpPr/>
          <p:nvPr/>
        </p:nvSpPr>
        <p:spPr>
          <a:xfrm>
            <a:off x="3601310" y="136609"/>
            <a:ext cx="498937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Vibe Coding?</a:t>
            </a:r>
          </a:p>
        </p:txBody>
      </p:sp>
    </p:spTree>
    <p:extLst>
      <p:ext uri="{BB962C8B-B14F-4D97-AF65-F5344CB8AC3E}">
        <p14:creationId xmlns:p14="http://schemas.microsoft.com/office/powerpoint/2010/main" val="2725632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AA369F-0438-4FE8-A450-E591BE4F9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844495"/>
            <a:ext cx="10287000" cy="58483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015ED91-D836-417A-9B95-65B29C756447}"/>
              </a:ext>
            </a:extLst>
          </p:cNvPr>
          <p:cNvSpPr/>
          <p:nvPr/>
        </p:nvSpPr>
        <p:spPr>
          <a:xfrm>
            <a:off x="3601310" y="136609"/>
            <a:ext cx="498937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Vibe Coding?</a:t>
            </a:r>
          </a:p>
        </p:txBody>
      </p:sp>
    </p:spTree>
    <p:extLst>
      <p:ext uri="{BB962C8B-B14F-4D97-AF65-F5344CB8AC3E}">
        <p14:creationId xmlns:p14="http://schemas.microsoft.com/office/powerpoint/2010/main" val="321807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E0595D-846F-4750-BE1C-90B5A0CFCA39}"/>
              </a:ext>
            </a:extLst>
          </p:cNvPr>
          <p:cNvSpPr txBox="1"/>
          <p:nvPr/>
        </p:nvSpPr>
        <p:spPr>
          <a:xfrm>
            <a:off x="1612232" y="1143000"/>
            <a:ext cx="87950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---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我的情况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---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从来没有全栈搭建网站的经历，仅在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chat box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html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收到了搭建网站的任务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---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---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基础知识（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bilibili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形成自主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motivation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基础设施配置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---vibe coding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实操（以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claude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code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为例）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---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经过和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的讨论规划任务书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逐层实现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443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1232425" y="860104"/>
            <a:ext cx="8795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学习基础知识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bilibili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FEAECD-517A-4876-8951-801828C11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398" y="1973997"/>
            <a:ext cx="4149623" cy="36990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1DD5BA3-E497-4D66-A354-305ABB70D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958" y="1931722"/>
            <a:ext cx="4267200" cy="374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279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1232425" y="860104"/>
            <a:ext cx="8795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学习基础知识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bilibili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BFC2D-6F92-42D5-ADF8-A026C8F9506C}"/>
              </a:ext>
            </a:extLst>
          </p:cNvPr>
          <p:cNvSpPr/>
          <p:nvPr/>
        </p:nvSpPr>
        <p:spPr>
          <a:xfrm>
            <a:off x="1232425" y="1413081"/>
            <a:ext cx="983662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自然语言背景下，掌握专业的话术有助于获得更好的效果</a:t>
            </a:r>
            <a:endParaRPr kumimoji="0" lang="en-US" altLang="zh-CN" sz="18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角色设定：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你现在是一位顶尖的前端开发工程师和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UI/UX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设计师，擅长使用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React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Tailwind CSS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Framer Motion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开发具有高级感的响应式电商网站。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基本要求：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这是一个极具创意、可交互程度高的咖啡网站，参考网址是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https://www.borbonese.com/en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，请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复刻，将产品更换为【咖啡】，网页设计感极强，视觉效果好。要求每个页面都有动效且能与鼠标交互，共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个页面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视觉风格：静谧高质感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配色方案：棕色系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字体排版：标题用双线，正文用单线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图片风格：写实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交互动效：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鼠标交互：放在图片上放时鼠标变为圆形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滚动交互：有阻尼感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858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1232425" y="860104"/>
            <a:ext cx="8795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形成自主的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motivation   -&gt;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细化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motivation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BC07D80-9B3F-463B-8642-4169F57DCC1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37" y="1321769"/>
            <a:ext cx="10639926" cy="529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07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1232424" y="860104"/>
            <a:ext cx="98606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基础设施配置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服务器、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install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claude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code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写入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-key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调用大模型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glm-5.1</a:t>
            </a:r>
          </a:p>
        </p:txBody>
      </p:sp>
    </p:spTree>
    <p:extLst>
      <p:ext uri="{BB962C8B-B14F-4D97-AF65-F5344CB8AC3E}">
        <p14:creationId xmlns:p14="http://schemas.microsoft.com/office/powerpoint/2010/main" val="3644086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1232424" y="860104"/>
            <a:ext cx="98606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经过和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的讨论规划任务书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（先在另一个工作框架下面讨论让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agent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帮忙搭建网站要注意什么）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“你是一个全栈网页搭建专家”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“我要搭建一个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PRBench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物理学复现论文收集网站，让我来给你讲解我们要实现的功能是什么。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PRBench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的理念是通过收集人类复现的物理学论文（从单一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pdf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程序复现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正确结果），并以这些文件为依据来评测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的独立复现能力。我们这个网站要做的工作，就是收集由人类制作的对于物理学经典论文的复现数据，并且和评测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的站点对接。你听明白我的意思了吗？”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802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1232424" y="860104"/>
            <a:ext cx="9860691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经过和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的讨论规划任务书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ctr"/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技术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栈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  <a:p>
            <a:pPr lvl="0" algn="ctr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后端：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FastAPI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+ PostgreSQL + Docker</a:t>
            </a:r>
          </a:p>
          <a:p>
            <a:pPr lvl="0" algn="ctr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前端：从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HTML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模板→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React+Tailwind+Framer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Motion</a:t>
            </a:r>
          </a:p>
          <a:p>
            <a:pPr lvl="0" algn="ctr"/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网页内容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  <a:p>
            <a:pPr lvl="0" algn="ctr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首页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ctr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导航栏：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Contact/Submit/Submissions/Ranking/Login</a:t>
            </a:r>
          </a:p>
          <a:p>
            <a:pPr lvl="0" algn="ctr"/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数据维护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  <a:p>
            <a:pPr lvl="0" algn="ctr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用户数据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ctr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文件标定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ctr"/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额外要求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  <a:p>
            <a:pPr lvl="0" algn="ctr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数据安全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ctr"/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ctr"/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……</a:t>
            </a:r>
          </a:p>
          <a:p>
            <a:pPr lvl="0" algn="ctr"/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ctr"/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TODO.md</a:t>
            </a:r>
          </a:p>
          <a:p>
            <a:pPr lvl="0"/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775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1232424" y="860104"/>
            <a:ext cx="98606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经过和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的讨论规划任务书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技术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栈：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后端：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FastAPI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+ PostgreSQL + Docker</a:t>
            </a:r>
          </a:p>
          <a:p>
            <a:pPr lvl="0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前端：从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HTML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模板→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React+Tailwind+Framer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Motion</a:t>
            </a:r>
          </a:p>
          <a:p>
            <a:pPr lvl="0"/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TODO.md</a:t>
            </a:r>
          </a:p>
          <a:p>
            <a:pPr lvl="0"/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lvl="0"/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B3AB8DC-1E9F-434D-93EF-9784064EB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44" y="860104"/>
            <a:ext cx="11812649" cy="577295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8FC673D-4F09-4F1B-9E34-2C1FEFE13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31" y="24063"/>
            <a:ext cx="103333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3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1232424" y="860104"/>
            <a:ext cx="98606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逐步实现任务书内容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调试环节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A355C1-C719-4F5B-B708-E6CE04C60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3" y="860104"/>
            <a:ext cx="8116433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548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1232424" y="860104"/>
            <a:ext cx="986069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逐步实现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任务书内容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快速实现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Plan-mode —— Yes./Yes+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自动接收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/No./Chat about this.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TaskCreate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TaskUpdate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任务追踪系统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5CB4CD4-1D12-4DEC-9513-CB215612A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2000" cy="192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48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B46506-A95E-4622-84C6-D37E6A3D2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3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12F3F60-93F1-4D46-BEC8-E115F90F8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54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88EA45-0E65-4237-A675-374787A38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69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1F976D3-AD28-4006-BF46-4C87DDBC3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243"/>
            <a:ext cx="12192000" cy="60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08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0578D9-BFEF-4B6B-AC82-030FEBF54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7990"/>
            <a:ext cx="12192000" cy="47313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1232424" y="860104"/>
            <a:ext cx="98606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逐步实现任务书内容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调试环节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158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1232424" y="860104"/>
            <a:ext cx="98606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逐步实现任务书内容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调试环节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AEF27A-3956-485C-9FC1-A696B43FA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2" y="1691101"/>
            <a:ext cx="12136544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23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1232424" y="860104"/>
            <a:ext cx="98606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逐步实现任务书内容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调试环节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CDD7137-5F32-4CE6-881A-89648B57C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7825"/>
            <a:ext cx="12192000" cy="547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21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0153FB-ACDB-4FCA-AC1A-059775ADA26C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7166-9265-4D93-883F-361487354FAE}"/>
              </a:ext>
            </a:extLst>
          </p:cNvPr>
          <p:cNvSpPr txBox="1"/>
          <p:nvPr/>
        </p:nvSpPr>
        <p:spPr>
          <a:xfrm>
            <a:off x="360947" y="860104"/>
            <a:ext cx="11574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联调测试、全流程测试：前后端端口对齐、和分析端蓝图对齐、发布项目、网站维护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EFE092-2591-48DB-AD1E-D2BB4C9707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273"/>
          <a:stretch/>
        </p:blipFill>
        <p:spPr>
          <a:xfrm>
            <a:off x="583627" y="1688433"/>
            <a:ext cx="11351699" cy="296778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CB37F2F-EEC6-4346-B496-89972C2D3F8F}"/>
              </a:ext>
            </a:extLst>
          </p:cNvPr>
          <p:cNvSpPr/>
          <p:nvPr/>
        </p:nvSpPr>
        <p:spPr>
          <a:xfrm>
            <a:off x="794083" y="2767262"/>
            <a:ext cx="10720137" cy="312821"/>
          </a:xfrm>
          <a:prstGeom prst="rect">
            <a:avLst/>
          </a:prstGeom>
          <a:solidFill>
            <a:srgbClr val="EEEEF0"/>
          </a:solidFill>
          <a:ln>
            <a:solidFill>
              <a:srgbClr val="EEE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810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F5CF49-2FF6-4088-AC94-EEF4290E0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35" y="1284028"/>
            <a:ext cx="10069330" cy="491558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DB3E5BB-9467-41D8-A25B-03F54FA0DAC7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7F0F66-FFE3-4690-9661-986C014E3AE9}"/>
              </a:ext>
            </a:extLst>
          </p:cNvPr>
          <p:cNvSpPr txBox="1"/>
          <p:nvPr/>
        </p:nvSpPr>
        <p:spPr>
          <a:xfrm>
            <a:off x="360947" y="860104"/>
            <a:ext cx="11574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总结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2452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A8DC83E-EF02-4250-9A8B-7D76CF3B5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06" y="1314155"/>
            <a:ext cx="6001588" cy="422969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DDB680F-880D-4213-BF30-47C245ACED7A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FCDE4C-E5A2-4988-895B-98642AC376D9}"/>
              </a:ext>
            </a:extLst>
          </p:cNvPr>
          <p:cNvSpPr txBox="1"/>
          <p:nvPr/>
        </p:nvSpPr>
        <p:spPr>
          <a:xfrm>
            <a:off x="360947" y="860104"/>
            <a:ext cx="11574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总结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985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77A521C-1AC6-4C14-AEA3-8455A3C25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80" y="2000761"/>
            <a:ext cx="5287113" cy="345805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E7CA222-6ED6-44C3-89B0-D2F76F6A5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833" y="2043629"/>
            <a:ext cx="5458587" cy="337232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0835B96-6346-459C-8285-612948EFC49B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A796CA-4313-46DA-908C-FF5FCB1B6101}"/>
              </a:ext>
            </a:extLst>
          </p:cNvPr>
          <p:cNvSpPr txBox="1"/>
          <p:nvPr/>
        </p:nvSpPr>
        <p:spPr>
          <a:xfrm>
            <a:off x="360947" y="860104"/>
            <a:ext cx="11574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总结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2191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0A164A8-CECF-4911-A3E7-5CD924813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4033"/>
            <a:ext cx="12192000" cy="386993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235B757-3CBD-4C99-AFB7-3ADB066AFAF9}"/>
              </a:ext>
            </a:extLst>
          </p:cNvPr>
          <p:cNvSpPr/>
          <p:nvPr/>
        </p:nvSpPr>
        <p:spPr>
          <a:xfrm>
            <a:off x="1232425" y="152218"/>
            <a:ext cx="97271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Vibe Coding to Build a Website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37B5F0-3A69-496F-815C-520380658479}"/>
              </a:ext>
            </a:extLst>
          </p:cNvPr>
          <p:cNvSpPr txBox="1"/>
          <p:nvPr/>
        </p:nvSpPr>
        <p:spPr>
          <a:xfrm>
            <a:off x="360947" y="860104"/>
            <a:ext cx="11574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总结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5019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C1A6A00-C328-40F6-995C-453181F4C141}"/>
              </a:ext>
            </a:extLst>
          </p:cNvPr>
          <p:cNvSpPr txBox="1"/>
          <p:nvPr/>
        </p:nvSpPr>
        <p:spPr>
          <a:xfrm>
            <a:off x="1285970" y="1073471"/>
            <a:ext cx="962005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令人富有成就感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需要很多耐心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对于初始设定要求很高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将大任务分解成中任务和小任务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利用追问的方式破解黑盒问题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当思路连贯时应继续对话（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claude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自己陷入混乱后应及时切换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网站搭建的任务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其他任务？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E.g.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实验报告。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快速的前期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漫长的后期（维护阶段可用文件和命令）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30CF3A-CD01-4945-9C2F-CC44934A58F1}"/>
              </a:ext>
            </a:extLst>
          </p:cNvPr>
          <p:cNvSpPr/>
          <p:nvPr/>
        </p:nvSpPr>
        <p:spPr>
          <a:xfrm>
            <a:off x="1285969" y="168463"/>
            <a:ext cx="1018012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 Used Vibe Coding to Build a Website</a:t>
            </a:r>
          </a:p>
        </p:txBody>
      </p:sp>
    </p:spTree>
    <p:extLst>
      <p:ext uri="{BB962C8B-B14F-4D97-AF65-F5344CB8AC3E}">
        <p14:creationId xmlns:p14="http://schemas.microsoft.com/office/powerpoint/2010/main" val="241818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F30A1E-5340-46D5-8D39-A3EF7706A2D3}"/>
              </a:ext>
            </a:extLst>
          </p:cNvPr>
          <p:cNvSpPr/>
          <p:nvPr/>
        </p:nvSpPr>
        <p:spPr>
          <a:xfrm>
            <a:off x="1760871" y="152218"/>
            <a:ext cx="86702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 I Used AI Agents to Handle Tasks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BF75CD-B501-4252-87F5-BDCB308213D8}"/>
              </a:ext>
            </a:extLst>
          </p:cNvPr>
          <p:cNvSpPr/>
          <p:nvPr/>
        </p:nvSpPr>
        <p:spPr>
          <a:xfrm>
            <a:off x="0" y="860104"/>
            <a:ext cx="6096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Study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7F1B0B-3782-4DC6-827B-A8B74ECD79A2}"/>
              </a:ext>
            </a:extLst>
          </p:cNvPr>
          <p:cNvSpPr/>
          <p:nvPr/>
        </p:nvSpPr>
        <p:spPr>
          <a:xfrm>
            <a:off x="6096001" y="860104"/>
            <a:ext cx="60960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Research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82E188-C09D-4747-854F-2E846CDB6D43}"/>
              </a:ext>
            </a:extLst>
          </p:cNvPr>
          <p:cNvSpPr txBox="1"/>
          <p:nvPr/>
        </p:nvSpPr>
        <p:spPr>
          <a:xfrm>
            <a:off x="505326" y="1621225"/>
            <a:ext cx="55906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规划课程学习与复习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编写讲义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完成复杂重复的任务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Prossss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and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Conssss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CB91BA-0D7B-4763-B0C0-02621FA11419}"/>
              </a:ext>
            </a:extLst>
          </p:cNvPr>
          <p:cNvSpPr txBox="1"/>
          <p:nvPr/>
        </p:nvSpPr>
        <p:spPr>
          <a:xfrm>
            <a:off x="5799220" y="1592053"/>
            <a:ext cx="62123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对研究者而言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 agent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作为一种新型工具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（纸笔→计算器→计算机→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 agent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对初学者而言快速进入领域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“物理学驱动的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智能体设计和科学发现”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373FD0F-A2C9-442F-961E-D7B26C8829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579"/>
          <a:stretch/>
        </p:blipFill>
        <p:spPr>
          <a:xfrm>
            <a:off x="252663" y="3345375"/>
            <a:ext cx="5293895" cy="120477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9F3898E-0107-4952-B73A-94832236E8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026"/>
          <a:stretch/>
        </p:blipFill>
        <p:spPr>
          <a:xfrm>
            <a:off x="252663" y="4550152"/>
            <a:ext cx="6946232" cy="120477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E28F2FC-12AE-41C1-BCA6-403C231EC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221" y="3214948"/>
            <a:ext cx="6212305" cy="349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0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8D6DF51-8C03-47C5-B484-DDDE78CDF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651" y="2464658"/>
            <a:ext cx="9116697" cy="316274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44428EF-4B61-4790-BC10-E86B93E8B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651" y="5627399"/>
            <a:ext cx="9116697" cy="12306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34D026E-92FD-4C82-AA7A-6252E370B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557"/>
            <a:ext cx="12192000" cy="244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82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8D53F12-72E0-495A-8BF1-98548A07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42137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AC3E176-EFA3-4778-8B69-24B2000F5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926" y="0"/>
            <a:ext cx="88116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7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F4741E1-950E-4AA0-86EF-9C3A6D733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3" y="213864"/>
            <a:ext cx="11488753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60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F30A1E-5340-46D5-8D39-A3EF7706A2D3}"/>
              </a:ext>
            </a:extLst>
          </p:cNvPr>
          <p:cNvSpPr/>
          <p:nvPr/>
        </p:nvSpPr>
        <p:spPr>
          <a:xfrm>
            <a:off x="1760871" y="152218"/>
            <a:ext cx="86702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 Used AI Agents to Handle Tasks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BF75CD-B501-4252-87F5-BDCB308213D8}"/>
              </a:ext>
            </a:extLst>
          </p:cNvPr>
          <p:cNvSpPr/>
          <p:nvPr/>
        </p:nvSpPr>
        <p:spPr>
          <a:xfrm>
            <a:off x="0" y="860104"/>
            <a:ext cx="6096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Study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7F1B0B-3782-4DC6-827B-A8B74ECD79A2}"/>
              </a:ext>
            </a:extLst>
          </p:cNvPr>
          <p:cNvSpPr/>
          <p:nvPr/>
        </p:nvSpPr>
        <p:spPr>
          <a:xfrm>
            <a:off x="6096001" y="860104"/>
            <a:ext cx="60960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Research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82E188-C09D-4747-854F-2E846CDB6D43}"/>
              </a:ext>
            </a:extLst>
          </p:cNvPr>
          <p:cNvSpPr txBox="1"/>
          <p:nvPr/>
        </p:nvSpPr>
        <p:spPr>
          <a:xfrm>
            <a:off x="505326" y="1621225"/>
            <a:ext cx="55906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规划课程学习与复习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编写讲义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完成复杂重复的任务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Prossss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and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Conssss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CB91BA-0D7B-4763-B0C0-02621FA11419}"/>
              </a:ext>
            </a:extLst>
          </p:cNvPr>
          <p:cNvSpPr txBox="1"/>
          <p:nvPr/>
        </p:nvSpPr>
        <p:spPr>
          <a:xfrm>
            <a:off x="5799220" y="1592053"/>
            <a:ext cx="62123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对研究者而言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agent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作为一种新型工具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（纸笔→计算器→计算机→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agent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对初学者而言快速进入领域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“物理学驱动的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智能体设计和科学发现”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373FD0F-A2C9-442F-961E-D7B26C8829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579"/>
          <a:stretch/>
        </p:blipFill>
        <p:spPr>
          <a:xfrm>
            <a:off x="252663" y="3345375"/>
            <a:ext cx="5293895" cy="120477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9F3898E-0107-4952-B73A-94832236E8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026"/>
          <a:stretch/>
        </p:blipFill>
        <p:spPr>
          <a:xfrm>
            <a:off x="252663" y="4550152"/>
            <a:ext cx="6946232" cy="1204777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F786422-B1D9-4880-B1D5-665DB0554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762" y="3256162"/>
            <a:ext cx="6096002" cy="339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27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84D0BAA-0E38-41C8-BB72-1B6A4CB16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35" y="2019713"/>
            <a:ext cx="4277322" cy="35819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290EE32-1998-445B-94A4-B6CF27C2A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000" y="948001"/>
            <a:ext cx="7363853" cy="572532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8FCE62B-AA02-4D49-A687-AA14D9249BBC}"/>
              </a:ext>
            </a:extLst>
          </p:cNvPr>
          <p:cNvSpPr/>
          <p:nvPr/>
        </p:nvSpPr>
        <p:spPr>
          <a:xfrm>
            <a:off x="1760871" y="152218"/>
            <a:ext cx="86702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 Used AI Agents to Handle Tasks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4684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11DF4D-54A3-465D-A637-B4BB9F6CC3AB}"/>
              </a:ext>
            </a:extLst>
          </p:cNvPr>
          <p:cNvSpPr/>
          <p:nvPr/>
        </p:nvSpPr>
        <p:spPr>
          <a:xfrm>
            <a:off x="1760871" y="152218"/>
            <a:ext cx="86702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 Used AI Agents to Handle Tasks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7CD877-5071-4B22-87B9-A6564806177E}"/>
              </a:ext>
            </a:extLst>
          </p:cNvPr>
          <p:cNvSpPr/>
          <p:nvPr/>
        </p:nvSpPr>
        <p:spPr>
          <a:xfrm>
            <a:off x="200526" y="707886"/>
            <a:ext cx="11790947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等线" panose="02010600030101010101" pitchFamily="2" charset="-122"/>
                <a:cs typeface="times" panose="02020603050405020304" pitchFamily="18" charset="0"/>
              </a:rPr>
              <a:t>Agent skills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模块化的能力插件：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claude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---tool(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使用说明、工具（代码、脚本）、参考资料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Claude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可以像操作电脑一样调用（专业性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免重复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可组合）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渐进式披露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①元数据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目录（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skill.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②读取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skill.md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按需加载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③工具和资源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调用实际工具（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md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py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template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官方预制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自主定制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4329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030660-BBB4-4F7D-9F34-BD5F61FBE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674"/>
            <a:ext cx="12192000" cy="405682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692A4C3-92F6-4B37-8DDE-5549A56E3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664" y="913208"/>
            <a:ext cx="7478169" cy="185763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93E3991-3835-47F4-B3C9-D92EA4DC57C9}"/>
              </a:ext>
            </a:extLst>
          </p:cNvPr>
          <p:cNvSpPr/>
          <p:nvPr/>
        </p:nvSpPr>
        <p:spPr>
          <a:xfrm>
            <a:off x="3666488" y="205322"/>
            <a:ext cx="52325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4DD0C1-1F0F-44BE-BFCB-C7C77AD60554}"/>
              </a:ext>
            </a:extLst>
          </p:cNvPr>
          <p:cNvSpPr/>
          <p:nvPr/>
        </p:nvSpPr>
        <p:spPr>
          <a:xfrm>
            <a:off x="0" y="5654842"/>
            <a:ext cx="12192000" cy="1325652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144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9E77212-D297-4D9A-A5CC-E347A12414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6"/>
          <a:stretch/>
        </p:blipFill>
        <p:spPr>
          <a:xfrm>
            <a:off x="613611" y="1680736"/>
            <a:ext cx="10894860" cy="253400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284E0CF-EC8B-408B-ACB3-83E687519F40}"/>
              </a:ext>
            </a:extLst>
          </p:cNvPr>
          <p:cNvSpPr/>
          <p:nvPr/>
        </p:nvSpPr>
        <p:spPr>
          <a:xfrm>
            <a:off x="613611" y="4363272"/>
            <a:ext cx="102148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Typing Is Being Replaced by Whispering—and It’s Way More Annoying - WSJ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14D8D1-CD1E-4995-A4EE-F7D1C56B5180}"/>
              </a:ext>
            </a:extLst>
          </p:cNvPr>
          <p:cNvSpPr/>
          <p:nvPr/>
        </p:nvSpPr>
        <p:spPr>
          <a:xfrm>
            <a:off x="3666488" y="205322"/>
            <a:ext cx="52325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</p:spTree>
    <p:extLst>
      <p:ext uri="{BB962C8B-B14F-4D97-AF65-F5344CB8AC3E}">
        <p14:creationId xmlns:p14="http://schemas.microsoft.com/office/powerpoint/2010/main" val="694906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414D8D1-CD1E-4995-A4EE-F7D1C56B5180}"/>
              </a:ext>
            </a:extLst>
          </p:cNvPr>
          <p:cNvSpPr/>
          <p:nvPr/>
        </p:nvSpPr>
        <p:spPr>
          <a:xfrm>
            <a:off x="2568978" y="2721114"/>
            <a:ext cx="705404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6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感谢倾听！</a:t>
            </a:r>
            <a:endParaRPr lang="en-US" altLang="zh-CN" sz="60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欢迎讨论：</a:t>
            </a:r>
            <a:r>
              <a:rPr lang="en-US" altLang="zh-CN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lyqing@stu.pku.edu.cn</a:t>
            </a:r>
          </a:p>
        </p:txBody>
      </p:sp>
    </p:spTree>
    <p:extLst>
      <p:ext uri="{BB962C8B-B14F-4D97-AF65-F5344CB8AC3E}">
        <p14:creationId xmlns:p14="http://schemas.microsoft.com/office/powerpoint/2010/main" val="1696501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2294</TotalTime>
  <Words>1642</Words>
  <Application>Microsoft Office PowerPoint</Application>
  <PresentationFormat>宽屏</PresentationFormat>
  <Paragraphs>232</Paragraphs>
  <Slides>40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-apple-system</vt:lpstr>
      <vt:lpstr>等线</vt:lpstr>
      <vt:lpstr>等线 Light</vt:lpstr>
      <vt:lpstr>宋体</vt:lpstr>
      <vt:lpstr>微软雅黑</vt:lpstr>
      <vt:lpstr>AdLib WGL4 BT</vt:lpstr>
      <vt:lpstr>Arial</vt:lpstr>
      <vt:lpstr>times</vt:lpstr>
      <vt:lpstr>Times New Roman</vt:lpstr>
      <vt:lpstr>Wingdings</vt:lpstr>
      <vt:lpstr>Office 主题​​</vt:lpstr>
      <vt:lpstr>Vibe Coding and AI for Tasks 氛围编程&amp;任务导向的AI使用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and AI for Tasks</dc:title>
  <dc:creator>Katherine Lee</dc:creator>
  <cp:lastModifiedBy>Katherine Lee</cp:lastModifiedBy>
  <cp:revision>53</cp:revision>
  <dcterms:created xsi:type="dcterms:W3CDTF">2026-06-05T07:40:38Z</dcterms:created>
  <dcterms:modified xsi:type="dcterms:W3CDTF">2026-06-09T08:52:40Z</dcterms:modified>
</cp:coreProperties>
</file>