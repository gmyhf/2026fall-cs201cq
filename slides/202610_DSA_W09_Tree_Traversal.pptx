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第9周　树与二叉树的遍历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树的术语 · 二叉树性质 · 前中后序与层序 · 由序列建树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教学要求：掌握树的定义与表示方法；熟练实现二叉树的各种遍历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树的基本概念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树是递归定义的结构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17090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A            &lt;- 根 root，深度 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/ |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B  C  D         &lt;- 深度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/ \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E   F   G         &lt;- 深度 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H   I           &lt;- 深度 3，树高 =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n = 0 为空树；n &gt; 0 时有且仅有一个根，其余结点分为 m 个互不相交的子树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递归定义 ⇒ 树的算法几乎都是递归的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术语表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894"/>
                <a:gridCol w="796094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术语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结点的度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该结点的子树个数（孩子数）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叶结点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度为 0 的结点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结点的深度 depth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从根到该结点的边数（根为 0）—— 自顶向下数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结点的高度 height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该结点到最深叶子的边数（叶为 0）—— 自底向上数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森林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 棵互不相交的树的集合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深度 vs 高度是考试常混淆点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树与图的关系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树是【无环连通图】的特例
n 个结点的树恰有 n − 1 条边，任意两点间有唯一路径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二叉树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五条重要性质（必背）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i 层（从 1 开始）至多有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2^(i−1)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深度为 k 的二叉树至多有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2^k − 1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叶结点数 n₀ 与度为 2 的结点数 n₂ 满足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n₀ = n₂ + 1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 个结点的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完全二叉树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深度为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⌊log₂n⌋ + 1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完全二叉树按层序编号（根为 1）：左孩子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，右孩子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2i+1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，父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⌊i/2⌋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性质 3 的证明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n = n₀ + n₁ + n₂　　总边数 n − 1 = 0·n₀ + 1·n₁ + 2·n₂
两式联立即得 n₀ = n₂ + 1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满二叉树 vs 完全二叉树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满二叉树                完全二叉树                非完全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1                        1                       1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/   \                    /   \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2     3                  2     3                 2     3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/ \                / \   /                 / \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4   5 6   7              4   5 6                  4   5     7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完全二叉树：除最后一层外都填满，最后一层从左到右连续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=&gt; 可以用数组紧凑存储  =&gt;  这是第 10 周"堆"的基础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三种存储方式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(1) 链式存储（最通用）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class TreeNode: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__slots__ = ('val', 'left', 'right')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__init__(self, val=0, left=None, right=None):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self.val, self.left, self.right = val, left, right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(2) 顺序存储（数组）—— 只适合完全二叉树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tree = [None, 1, 2, 3, 4, 5, 6, 7]      # 下标 0 空置，根在 1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结点 i: 左孩子 2i, 右孩子 2i+1, 父 i//2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(3) 左儿子右兄弟 —— 把多叉树转成二叉树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class MultiNode: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__init__(self, val):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self.val = val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self.first_child = None      # 长子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self.next_sibling = None     # 下一个兄弟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左儿子右兄弟：多叉树 → 二叉树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87067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多叉树                    左儿子右兄弟表示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A                            A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| \                    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B  C  D          ==&gt;         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/ \                    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E   F                         E   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\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F    D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这个变换让任何多叉树问题都能用二叉树算法处理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二叉树的遍历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四种遍历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76755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2     3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/ \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4   5     6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前序 preorder   根→左→右    1 2 4 5 3 6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中序 inorder    左→根→右    4 2 5 1 3 6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后序 postorder  左→右→根    4 5 2 6 3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层序 level      逐层从左到右  1 2 3 4 5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记忆法：前/中/后指的是【根】被访问的时机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递归实现：只差 append 那一行的位置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def preorder(node, res):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if not node: return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res.append(node.val)          # 根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preorder(node.left, res)      # 左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preorder(node.right, res)     # 右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def inorder(node, res):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if not node: return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inorder(node.left, res)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res.append(node.val)          # 根在中间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inorder(node.right, res)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def postorder(node, res):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if not node: return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postorder(node.left, res)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postorder(node.right, res)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res.append(node.val)          # 根在最后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时间 O(n)，空间 O(h)（h 为树高）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迭代实现：前序与后序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def preorder_iter(root):          # 栈，先压右后压左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if not root: return []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res, stack = [], [root]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while stack: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node = stack.pop()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res.append(node.val)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node.right: stack.append(node.right)     # 先右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node.left:  stack.append(node.left)      # 后左 -&gt; 先出栈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def postorder_iter(root):         # 技巧：按"根→右→左"再反转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if not root: return []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res, stack = [], [root]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while stack: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node = stack.pop()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res.append(node.val)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node.left:  stack.append(node.left)      # 注意：先左后右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node.right: stack.append(node.right)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return res[::-1]                                 # 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迭代中序：一路向左压栈（考试高频）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inorder_iter(root):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res, stack, cur = [], [], root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cur or 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cur: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stack.append(cur)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cur = cur.left               # 一直向左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res.append(cur.val)              # 访问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 = cur.right                  # 转向右子树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这段模板在第 10 周 BST 的“第 k 小”里会再次用到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双色标记法：一套模板搞定三种遍历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WHITE, GRAY = 0, 1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traverse(root, order='in'):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res, stack = [], [(WHITE, root)]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stack: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color, node = stack.pop()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node is None: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color == WHITE: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# 按遍历顺序的【逆序】压栈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order == 'pre':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items = [(WHITE, node.right), (WHITE, node.left), (GRAY, node)]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elif order == 'in':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items = [(WHITE, node.right), (GRAY, node), (WHITE, node.left)]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items = [(GRAY, node), (WHITE, node.right), (WHITE, node.left)]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stack.extend(items)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res.append(node.val)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强烈推荐：改一行就换一种遍历，不用记三套代码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层序遍历（BFS）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level_order(root):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"""LC 102：返回二维列表，每层一个子列表。"""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root: return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res, q = [], deque([root])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level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_ in range(len(q)):        # ⭐ 固定本层大小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 = q.popleft()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level.append(node.val)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node.left:  q.append(node.left)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node.right: q.append(node.right)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res.append(level)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变形：LC 107 自底向上 res[::-1]；LC 103 锯齿形；LC 199 右视图取 level[-1]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由遍历序列重建二叉树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关键定理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前序 + 中序 → 唯一确定 ✅　　后序 + 中序 → 唯一确定 ✅
前序 + 后序 → 不唯一 ❌（无法区分只有一个孩子时是左还是右）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建树原理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08072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前序: [1] [2 4 5] [3 6]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根  左子树  右子树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中序: [4 2 5] [1] [3 6]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左子树   根  右子树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前序第一个是根 -&gt; 在中序中定位根 -&gt; 得知左右子树规模 -&gt; 切分前序 -&gt; 递归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105 / OJ 22158 前序+中序建树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build_from_pre_in(preorder, inorder):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"""O(n)：用哈希表定位根在中序中的位置。"""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idx = {v: i for i, v in enumerate(inorder)}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it = iter(preorder)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build(lo, hi):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lo &gt; hi: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val = next(it)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 = TreeNode(val)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mid = idx[val]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node.left = build(lo, mid - 1)      # ⚠️ 必须先左后右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node.right = build(mid + 1, hi)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node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build(0, len(inorder) - 1)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用 inorder.index() 每层扫描会退化成 O(n²)；切片建树还会多 O(n²) 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106 后序+中序建树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build_from_post_in(inorder, postorder):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idx = {v: i for i, v in enumerate(inorder)}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it = iter(reversed(postorder))       # 从后往前取根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build(lo, hi):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lo &gt; hi: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val = next(it)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 = TreeNode(val)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mid = idx[val]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node.right = build(mid + 1, hi)  # ⚠️ 必须先建右子树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node.left = build(lo, mid - 1)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node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build(0, len(inorder) - 1)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24729 括号嵌套树：A(B(E),C,D(F,G))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parse(s):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stack, root, cur = [], None,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ch in 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ch.isalpha():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cur = Node(ch)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stack[-1].children.append(cur)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root = cur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elif ch == '(':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stack.append(cur)            # 进入一层，cur 成为新的父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elif ch == ')':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cur = stack.pop()            # 退出一层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# ',' 忽略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用栈解析嵌套结构 —— 与第 4 周的括号匹配同源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表达式树：呼应第 4 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build_expr_tree(postfix_tokens):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"""由后缀表达式构建表达式树。"""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tk in postfix_tokens: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 = TreeNode(tk)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tk in '+-*/':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node.right = stack.pop()     # 注意顺序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node.left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stack.append(node)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stack[-1]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前序遍历 = 前缀表达式（波兰式）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中序遍历 = 中缀表达式（需补括号）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后序遍历 = 后缀表达式（逆波兰式）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树的基本算法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深度、结点数、叶子数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max_depth(root):               # LC 104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root: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1 + max(max_depth(root.left), max_depth(root.right))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count_nodes(root):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0 if not root else \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1 + count_nodes(root.left) + count_nodes(root.right)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count_leaves(root):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root: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root.left and not root.right: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count_leaves(root.left) + count_leaves(root.right)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LC 543 树的直径：树形 DP 的通用套路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diameter_of_binary_tree(root):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best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depth(node):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nonlocal best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node: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l, r = depth(node.left), depth(node.right)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best = max(best, l + r)       # 经过 node 的最长路径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1 + max(l, r)          # 返回给父结点的是"向下的深度"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depth(root)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模式：递归函数返回“向上汇报值”，外部变量记录“经过当前结点的答案”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判断与变换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is_symmetric(root):            # LC 101 对称二叉树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same(a, b):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not a and not b: return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not a or not b or a.val != b.val: return False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same(a.left, b.right) and same(a.right, b.left)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same(root, root)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invert_tree(root):             # LC 226 翻转二叉树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if root: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root.left, root.right = invert_tree(root.right), invert_tree(root.left)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lowest_common_ancestor(root, p, q):    # LC 236 LCA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if root is None or root is p or root is q: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root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left = lowest_common_ancestor(root.left, p, q)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right = lowest_common_ancestor(root.right, p, q)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if left and right: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root          # p、q 分居两侧，当前就是 LCA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left or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297 序列化：前序 + 空结点标记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serialize(root):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res = []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dfs(node):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not node: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res.append('#'); return      # ⭐ 空结点也要记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res.append(str(node.val))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dfs(node.left); dfs(node.right)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dfs(root)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','.join(res)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deserialize(data):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it = iter(data.split(','))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build():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val = next(it)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val == '#':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return None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 = TreeNode(int(val))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node.left = build(); node.right = build()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node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build()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前序 + 空标记可唯一确定一棵二叉树 —— 解决了“前序单独不唯一”的问题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0"/>
                <a:gridCol w="4842969"/>
                <a:gridCol w="2181815"/>
                <a:gridCol w="252892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二叉树的中序遍历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94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 + 迭代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二叉树的层序遍历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102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 分层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根据前中序序列建树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22158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 + 后序输出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从中序与后序构造二叉树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106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括号嵌套树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24729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多叉树解析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二叉树的直径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543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树形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对称二叉树 / 最近公共祖先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101 / 236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序列化与反序列化 / 最大路径和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297 / 124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前序+空标记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树是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的结构，算法首选递归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五条性质要背，尤其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n₀ = n₂ + 1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和完全二叉树的下标关系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前/中/后序只差“根被访问的时机”；迭代版推荐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双色标记法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前序+中序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或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后序+中序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可唯一建树；单序列需加空结点标记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树形问题套路：递归返回“向上汇报值”，外部变量记录答案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：两种特殊二叉树 —— 堆与二叉搜索树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