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第13周　最短路径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Dijkstra · Bellman-Ford · Floyd-Warshall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教学要求：掌握单源与多源最短路径算法；理解不同算法的适用场景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最短路问题分类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372"/>
                <a:gridCol w="3152524"/>
                <a:gridCol w="3712617"/>
                <a:gridCol w="195232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问题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允许负权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无权图单源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O(V+E)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边权 0/1 单源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0-1 BFS（双端队列）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O(V+E)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非负权单源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Dijkstra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（堆优化）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含负权单源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Bellman-Ford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 可检测负环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含负权（实践）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SPFA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平均 O(kE)，最坏 O(VE)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所有点对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Floyd-Warshall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O(V³)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✅（无负环）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最短路的最优子结构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若 p 是 v₀ 到 vₖ 的最短路，则其任意子路径也是最短路
证明（剪切-粘贴）：否则用更短的替换它，整条路会更短，矛盾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松弛（Relaxation）：所有算法的共同原子操作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if dist[u] + w(u,v) &lt; dist[v]:
    dist[v] = dist[u] + w(u,v);  parent[v] = 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三种算法的区别只在于……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松弛哪些边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以什么顺序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松弛多少轮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Dijkstra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：每次贪心选出 dist 最小的点，松弛它的出边（每点松弛 1 次）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Bellman-Ford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：对所有边松弛 V−1 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Floyd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：枚举中间点 k，松弛所有点对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Dijkstra 算法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核心思想：贪心 + 优先队列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维护"已确定最短距离"的集合 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每次从 S 外选取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dist 最小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的顶点加入 S，用它松弛所有出边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正确性依赖边权非负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：当 u 是 S 外 dist 最小的点时，绕道其他 S 外点再到 u 不会更短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边权为负时这个论断失效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，Dijkstra 就错了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负权反例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A --(1)--&gt;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(4)       (-3)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v          v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C &lt;--------+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Dijkstra 从 A 出发：先确定 dist[B]=1，再确定 dist[C]=4  ← 错误！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实际最短：A -&gt; B -&gt; C = 1 + (-3) = 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Dijkstra 堆优化（必背模板）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def dijkstra(graph, n, src):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"""graph[u] = [(v, w), ...]，时间 O(E log V)。"""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dist = [INF] * n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dist[src] = 0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pq = [(0, src)]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while pq: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d, u = heapq.heappop(pq)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if d &gt; dist[u]:               # ⭐ 惰性删除：跳过过期条目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d + w &lt; dist[v]: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 + w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(dist[v], v))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Python 的 heapq 不支持 decrease-key，所以直接把新距离再压一次，出堆时跳过陈旧条目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带路径还原的版本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def dijkstra_path(graph, n, src):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dist, parent = [INF] * n, [-1] * n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dist[src] = 0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pq = [(0, src)]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while pq: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d, u = heapq.heappop(pq)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if d &gt; dist[u]: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if d + w &lt; dist[v]: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 + w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parent[v] = u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(dist[v], v))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return dist, parent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def restore_path(parent, target):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path = []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while target != -1: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path.append(target); target = parent[target]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return path[::-1]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OJ 05443 兔子与樱花：需输出完整路径 A-&gt;(w)-&gt;B-&gt;(w)-&gt;C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朴素 O(V²) 版：稠密图反而更优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dijkstra_dense(matrix, n, src):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dist = [INF] *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dist[src]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_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u, best = -1, INF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i in range(n):                # 线性扫描找最小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visited[i] and dist[i] &lt; best: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u, best = i, dist[i]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u == -1: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break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visited[u]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v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dist[u] + matrix[u][v] &lt; dist[v]: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dist[u] + matrix[u][v]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建模题：OJ 02502 Subway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步行 10 km/h，地铁 40 km/h，求家到学校的最短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建模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：所有点两两连一条“步行边”（权 = 距离/10）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同一条地铁线上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相邻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站点之间再连一条“地铁边”（权 = 距离/40）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关键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：地铁边只连相邻站，不能连任意两站（否则等于允许中途瞬移）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然后跑标准 Dijkstra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Bellman-Ford 与 SPFA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为什么松弛 V−1 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无负环时，任意最短路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最多经过 V−1 条边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i 轮松弛后，所有“最多经过 i 条边”的最短路都已求出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 V−1 轮后一定收敛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第 V 轮仍能松弛 ⇒ 存在负环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Bellman-Ford + 负环检测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def bellman_ford(edges, n, src):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"""edges = [(u, v, w), ...]，返回 (dist, has_negative_cycle)。"""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dist = [INF] * n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dist[src] = 0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for _ in range(n - 1):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updated = False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for u, v, w in edges: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if dist[u] != INF and dist[u] + w &lt; dist[v]: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dist[u] + w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    updated = True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if not updated:                    # 提前退出优化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break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for u, v, w in edges:                  # 第 n 轮：还能松弛就是负环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if dist[u] != INF and dist[u] + w &lt; dist[v]: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return dist, True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return dist,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负环存在时最短路无定义（绕环可让路径长度无限减小）。应用：套汇问题、差分约束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SPFA：队列优化的 Bellman-Ford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def spfa(graph, n, src):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"""只有 dist 被更新过的点才可能让邻居也被更新。"""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dist = [INF] * n; dist[src] = 0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in_queue = [False] * n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cnt = [0] * n                  # 入队次数，用于负环检测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q = deque([src]); in_queue[src] = True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u = q.popleft(); in_queue[u] = False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if dist[u] + w &lt; dist[v]: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dist[u] + w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if not in_queue[v]: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    q.append(v); in_queue[v] = True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    cnt[v] += 1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    if cnt[v] &gt;= n:        # 入队 n 次 -&gt; 负环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        return dist, True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return dist,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“关于 SPFA，它死了”：可被构造数据卡到 O(VE)。非负权图一律用 Dijkstra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Dijkstra vs Bellman-Ford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047"/>
                <a:gridCol w="3077674"/>
                <a:gridCol w="416711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Dijkstra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Bellman-Ford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负权边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负环检测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每个点松弛几次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出堆时 1 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最多 V−1 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思想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动态规划 / 迭代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Floyd-Warshall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Floyd 的本质是区间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dp[k][i][j] = 只允许经过编号 ≤ k 的中间点时，i 到 j 的最短距离
dp[k][i][j] = min(dp[k−1][i][j], dp[k−1][i][k] + dp[k−1][k][j])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三重循环 k-i-j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floyd_warshall(n, matrix):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"""matrix[i][j] 是邻接矩阵（无边为 INF，对角线为 0）。O(V³)。"""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dist = [row[:] for row in matrix]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k in range(n):                      # ⚠️ k 必须在最外层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dk = dist[k]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dik = dist[i][k]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dik == float('inf'):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continue                    # 常数优化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di = dist[i]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for j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if dik + dk[j] &lt; di[j]: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di[j] = dik + dk[j]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循环顺序 k-i-j 不能变！k 放内层则 dp[k−1] 尚未算完，结果错误 —— Floyd 最经典考点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Floyd 的其他用途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传递闭包（可达性）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k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reach[i][k]: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for j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if reach[k][j]: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reach[i][j]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负环检测：跑完后若 dist[i][i] &lt; 0，则 i 在某个负环上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最小环：在第 k 层之前枚举 i、j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  dist[i][j] + g[j][k] + g[k][i]  即为经过 k 的最小环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适用范围 V ≤ 400（V³ ≈ 6×10⁷）。优点：代码极短、能处理负权、一次得到所有点对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特殊技巧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0-1 BFS：边权只有 0 和 1 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def zero_one_bfs(graph, n, src):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dist = [INF] * n; dist[src] = 0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dq = deque([src])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while dq: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u = dq.popleft()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if dist[u] + w &lt; dist[v]: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dist[u] + w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if w == 0: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    dq.appendleft(v)     # 0 权边：同层，放队首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else: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            dq.append(v)         # 1 权边：下一层，放队尾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O(V+E)，比 Dijkstra 更快。典型题：网格中“打通一堵墙代价 1，走空地代价 0”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分层图：把附加条件塞进状态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def layered_dijkstra(graph, n, src, dst, k):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"""最多免费经过 k 条边。状态 = (顶点, 已用免费次数)。"""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dist = [[INF] * (k + 1) for _ in range(n)]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dist[src][0] = 0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pq = [(0, src, 0)]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while pq: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d, u, used = heapq.heappop(pq)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if d &gt; dist[u][used]: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d + w &lt; dist[v][used]:               # 正常走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dist[v][used] = d + w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(d + w, v, used))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used &lt; k and d &lt; dist[v][used + 1]:  # 免费走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dist[v][used + 1] = d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(d, v, used + 1))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min(dist[dst])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LC 787 K 站中转内最便宜的航班。核心思想：从图论走向 DP 的通用桥梁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二分答案 + 连通性判定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题型：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最小化路径上的最大边权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（瓶颈路）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做法：二分阈值 x，只保留边权 ≤ x 的边，用 BFS / 并查集判 src 与 dst 是否连通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复杂度 O(E log W)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第 14 周会看到更优雅的解法：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MST 就是瓶颈生成树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算法选择决策树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06397"/>
            <a:ext cx="11057839" cy="3648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边权都是 1（或无权）？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├─ 是 → BFS，O(V+E)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└─ 否 → 边权只有 0 和 1？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├─ 是 → 0-1 BFS（双端队列），O(V+E)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└─ 否 → 有负权边？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├─ 否 → 需要所有点对？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│       ├─ 是且 V ≤ 400 → Floyd，O(V³)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│       ├─ 是且 V 较大  → 每点跑一次 Dijkstra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│       └─ 否 → Dijkstra 堆优化，O(E log V)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└─ 是 → 需要检测负环？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├─ 是 → Bellman-Ford，O(VE)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└─ 否 → SPFA（注意可能被卡）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716"/>
                <a:gridCol w="3675735"/>
                <a:gridCol w="1730659"/>
                <a:gridCol w="425772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兔子与樱花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05443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 + 路径还原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网络延迟时间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743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 模板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最小体力消耗路径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1631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 + BFS / 变形 Dijkstra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 站中转内最便宜的航班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787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分层图 / Bellman-Ford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概率最大的路径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1514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变形 Dijkstra（乘积最大）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Subway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02502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图建模 + Dijkstra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阈值距离内邻居最少的城市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1334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穿越火线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29803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 + Dijkstra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所有最短路算法的原子操作都是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松弛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，区别在于顺序与轮数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Dijkstra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：贪心 + 堆，O(E log V)，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要求非负权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；Python 用惰性删除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Bellman-Ford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：松弛 V−1 轮，能处理负权与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检测负环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；SPFA 可被卡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Floyd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：三重循环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 必须最外层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，O(V³)，一次求所有点对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特殊技巧：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0-1 BFS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分层图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二分答案 + 连通性判定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：最小生成树与拓扑排序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