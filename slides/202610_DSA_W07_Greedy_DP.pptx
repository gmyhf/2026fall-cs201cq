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第7周　贪心与动态规划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贪心选择性质 · 最优子结构 · 状态与转移方程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教学要求：掌握贪心选择性质与最优子结构；掌握动态规划的状态定义与状态转移方程设计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算法设计范式全景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940"/>
                <a:gridCol w="3284506"/>
                <a:gridCol w="4251611"/>
                <a:gridCol w="1459780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范式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核心思想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何时适用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周次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枚举 / 暴力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遍历所有可能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规模极小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分治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分解为独立子问题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子问题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不重叠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贪心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每步取局部最优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有贪心选择性质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W7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动态规划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记录并复用子问题解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子问题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重叠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+ 最优子结构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W7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回溯 / 搜索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系统枚举 + 剪枝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解空间树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0812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分治 vs DP 的分水岭：子问题是否重叠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贪心算法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贪心正确的两个前提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贪心选择性质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：全局最优解可以通过一系列局部最优选择达到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最优子结构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：做出贪心选择后，剩余子问题的最优解与该选择组合仍是全局最优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贪心不总是对的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：面额 {1, 3, 4} 凑 6，贪心取 4+1+1 = 3 枚，最优是 3+3 = 2 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贪心的正确性必须证明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，常用交换论证（exchange argument）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435 无重叠区间：按右端点排序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erase_overlap_intervals(intervals):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not intervals: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intervals.sort(key=lambda x: x[1])       # ⭐ 按结束时间排序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count, end = 1, intervals[0][1]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s, e in intervals[1:]: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s &gt;= end:                          # 不重叠，选它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count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end = 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len(intervals) -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若按左端点或区间长度排序，都能构造出反例 —— 排序键的选择是考点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交换论证：为什么按右端点排序是对的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设最优解的第一个区间是 X，我们选的是右端点最小的 A。
把 X 换成 A：A 的右端点 ≤ X 的右端点，后面能选的区间只多不少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56 合并区间：这里按左端点排序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merge(intervals):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intervals.sort(key=lambda x: x[0])       # 注意与上一题不同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res =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s, e in intervals: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res and s &lt;= res[-1][1]: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res[-1][1] = max(res[-1][1], e)  # 有交集，合并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res.append([s, e])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55 / 45 跳跃游戏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62978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4286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can_jump(nums):                # 能否到达终点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reach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i, v in enumerate(nums):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i &gt; reach: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False           # 到不了 i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reach = max(reach, i + v)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True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jump(nums):                    # 最少跳跃次数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steps = end = far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range(len(nums) - 1):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far = max(far, i + nums[i])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i == end:               # 到达当前这一跳的边界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steps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end = far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Huffman 编码：堆 + 贪心（第 10 周再讲堆）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heapq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huffman_cost(weights):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"""每次取权值最小的两个合并，合并代价为二者之和。"""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heapq.heapify(weights)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total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len(weights) &gt; 1: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a = heapq.heappop(weights)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b = heapq.heappop(weights)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total += a + b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heapq.heappush(weights, a + b)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正确性：权值最小的两个字符一定在最深层且互为兄弟（否则交换可使 WPL 更小）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贪心的证明思路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交换论证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：假设最优解与贪心解不同，找第一个分歧点，说明改成贪心不会更差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数学归纳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：证明“前 k 步贪心选择可扩展为最优解”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反证法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：假设贪心不是最优，推出矛盾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考场上时间紧时，至少要能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举出反例说明某贪心策略错误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动态规划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DP 的两个必要条件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最优子结构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：原问题的最优解包含子问题的最优解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重叠子问题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：递归求解时同一子问题被反复计算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缺了重叠子问题，那是分治；缺了最优子结构，DP 也无从下手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DP 五步法（解题模板）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① 确定状态　② 写转移方程　③ 初始条件与边界
④ 确定计算顺序　⑤ 确定答案位置与空间优化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记忆化搜索 vs 递推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716"/>
                <a:gridCol w="5068176"/>
                <a:gridCol w="368594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记忆化搜索（自顶向下）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递推（自底向上）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思维难度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低（照着递归写）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中（要想清顺序）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常数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大（函数调用开销）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栈深风险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可能爆栈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状态稀疏时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占优（只算需要的）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全算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线性 DP 三连：爬楼梯 / 打家劫舍 / LIS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def climb_stairs(n):               # LC 70: dp[i] = dp[i-1] + dp[i-2]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a, b = 1, 1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for _ in range(n - 1):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a, b = b, a + b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return b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def rob(nums):                     # LC 198: dp[i]=max(dp[i-1], dp[i-2]+v)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prev, cur = 0, 0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for v in nums: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prev, cur = cur, max(cur, prev + v)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return cur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def length_of_lis_n2(nums):        # LC 300: O(n^2)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dp = [1] * len(nums)           # dp[i] = 以 nums[i] 结尾的 LIS 长度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for i in range(len(nums)):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for j in range(i):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if nums[j] &lt; nums[i]: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    dp[i] = max(dp[i], dp[j] + 1)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return max(dp) if dp else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LIS 的 O(n log n) 解法：贪心 + 二分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35026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14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bisect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length_of_lis(nums):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tails = []          # tails[k] = 长度为 k+1 的上升子序列的最小可能结尾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v in nums: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 = bisect.bisect_left(tails, v)     # 严格上升用 bisect_left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i == len(tails):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tails.append(v)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tails[i] = v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len(tails)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6758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tails 不是 LIS 本身，只是长度正确。非严格上升（允许相等）改用 bisect_right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1143 最长公共子序列（二维 DP 模板）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lcs(s1, s2):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m, n = len(s1), len(s2)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 = [[0] * (n + 1) for _ in range(m + 1)]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range(1, m + 1):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j in range(1, n + 1):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s1[i - 1] == s2[j - 1]: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dp[i][j] = dp[i - 1][j - 1] + 1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dp[i][j] = max(dp[i - 1][j], dp[i][j - 1])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dp[m][n]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dp[i][j] = s1[:i] 与 s2[:j] 的 LCS 长度；可用滚动数组压到 O(n) 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72 编辑距离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min_distance(s1, s2):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m, n = len(s1), len(s2)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 = [[0] * (n + 1) for _ in range(m + 1)]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range(m + 1):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dp[i][0] = i                # 全删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j in range(n + 1):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dp[0][j] = j                # 全插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range(1, m + 1):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j in range(1, n + 1):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s1[i - 1] == s2[j - 1]: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dp[i][j] = dp[i - 1][j - 1]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dp[i][j] = 1 + min(dp[i - 1][j],      # 删除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               dp[i][j - 1],      # 插入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               dp[i - 1][j - 1])  # 替换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dp[m][n]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背包问题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01 背包：每件最多取一次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二维版本（便于理解）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dp = [[0] * (C + 1) for _ in range(n + 1)]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i in range(1, n + 1):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c in range(C + 1):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dp[i][c] = dp[i - 1][c]                          # 不取第 i 件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c &gt;= w[i - 1]: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dp[i][c] = max(dp[i][c],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       dp[i - 1][c - w[i - 1]] + v[i - 1])   # 取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⭐ 一维滚动版本（必须掌握）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dp = [0] * (C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i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c in range(C, w[i] - 1, -1):     # ⚠️ 容量倒序！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dp[c] = max(dp[c], dp[c - w[i]] + v[i])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3529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为什么倒序？正序时 dp[c-w[i]] 已是本轮更新过的值 = 允许取多次 = 完全背包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完全背包：每件可取无限次 —— 容量正序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dp = [0] * (C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i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c in range(w[i], C + 1):         # ✅ 正序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dp[c] = max(dp[c], dp[c - w[i]] + v[i])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LC 322 零钱兑换：求最小件数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coin_change(coins, amount):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INF = float('inf')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 = [0] + [INF] * amount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c in coins: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x in range(c, amount + 1):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dp[x] = min(dp[x], dp[x - c]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-1 if dp[amount] == INF else dp[amount]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组合数 vs 排列数：只差循环顺序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change(amount, coins):           # LC 518：组合数（不计顺序）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 = [1] + [0] * amount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c in coins:                  # 外层【物品】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x in range(c, amount + 1):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dp[x] += dp[x - c]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dp[amount]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combination_sum4(nums, target):  # LC 377：排列数（计顺序）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 = [1] + [0] * target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x in range(1, target + 1):   # 外层【容量】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v in nums: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v &lt;= x: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dp[x] += dp[x - v]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dp[target]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3529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口诀：01 倒序、完全正序；求组合数外层物品，求排列数外层容量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背包问题变形速查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226"/>
                <a:gridCol w="5689436"/>
                <a:gridCol w="322817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题型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转移方程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初始化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最大价值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dp[c] = max(dp[c], dp[c-w]+v)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全 0（可不装满）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恰好装满判定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dp[c] = dp[c] or dp[c-w]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dp[0]=True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方案数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dp[c] += dp[c-w]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dp[0]=1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最少件数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dp[c] = min(dp[c], dp[c-w]+1)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dp[0]=0，其余 INF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416 分割等和子集：恰好装满判定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can_partition(nums):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total = sum(nums)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total % 2: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False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target = total // 2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 = [False] * (target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dp[0] = True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v in nums: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c in range(target, v - 1, -1):     # 01 背包 -&gt; 倒序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dp[c] = dp[c] or dp[c - v]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dp[target]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多重背包：二进制拆分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每件物品有 k 个：朴素做法拆成 k 个 01 物品，复杂度 O(nCk)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二进制拆分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 k 拆成 1, 2, 4, …，只需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O(log k)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个物品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因为 1,2,4,…,2^m 的子集和能表示 0 到 2^(m+1)−1 的任意整数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复杂度降到 O(nC log 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区间 DP 与选择策略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5 最长回文子串：按区间长度递增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longest_palindrome(s):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 = [[False] * n for _ in range(n)]     # dp[i][j] = s[i..j] 是否回文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start, best = 0,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dp[i][i] = True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length in range(2, n + 1):            # ⭐ 区间长度从小到大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i in range(n - length + 1):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j = i + length - 1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s[i] != s[j]: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continue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length == 2 or dp[i + 1][j - 1]: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dp[i][j] = True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if length &gt; best: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start, best = i, length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s[start:start + best]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石子合并同理：dp[i][j] = min(dp[i][k] + dp[k+1][j]) + sum(i..j)，O(n³)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贪心 vs DP：如何选择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7631"/>
                <a:gridCol w="4236356"/>
                <a:gridCol w="3843851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判据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贪心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动态规划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需要回头考虑其他选择吗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复杂度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通常 O(n log n)（含排序）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状态数 × 转移代价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正确性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需要证明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状态定义正确即可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典型信号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“最少/最多个数”且有明显排序依据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“方案数”“最值”且选择互相制约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64185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考场判断法：先想贪心，立刻尝试构造反例；构造不出且能给出交换论证就用贪心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747"/>
                <a:gridCol w="4378142"/>
                <a:gridCol w="2284248"/>
                <a:gridCol w="2820700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无重叠区间 / 合并区间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435 / 56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区间贪心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跳跃游戏 II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贪心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爬楼梯 / 打家劫舍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70 / 198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 DP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最长递增子序列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300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LIS，O(n 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最长公共子序列 / 编辑距离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1143 / 72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二维 DP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分割等和子集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416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01 背包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零钱兑换 I / II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322 / 518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完全背包、组合数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最长回文子串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区间 DP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贪心 = 局部最优 + 不回溯；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必须验证贪心选择性质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，最快方式是找反例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DP 两前提：最优子结构 + 重叠子问题；核心难点是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状态定义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DP 五步法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：状态 → 转移 → 初始化 → 顺序 → 答案与优化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背包家族：01（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倒序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）、完全（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正序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）、多重（二进制拆分）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：搜索专题 —— 把解空间当作一棵树来遍历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