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第4周　栈（Stack）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ADT 与实现 · 括号匹配 · 进制转换 · 调度场算法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重庆人工智能学院　《数据结构与算法》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教学要求：掌握栈的 LIFO 特性；能够实现栈并解决括号匹配问题；表达式转换算法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栈 ADT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LIFO 特性、接口定义、顺序栈实现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应用一：匹配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括号匹配、输出不匹配位置、最长有效括号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应用二：逆序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进制转换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应用三：表达式处理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中缀/前缀/后缀、调度场算法、后缀求值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应用四：模拟与进阶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合法出栈序列、单调栈、栈与递归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栈 ADT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LIFO：后进先出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257425"/>
            <a:ext cx="11057839" cy="2526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push(4)                pop() -&gt; 4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  |          | 4|              |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 3|   ==&gt;    | 3|     ==&gt;      | 3|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 2|          | 2|              | 2|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 1|          | 1|              | 1|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+--+          +--+              +--+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栈底在下，栈顶在上；只允许在栈顶插入与删除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像一摞盘子：最后放上去的最先被拿走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栈的接口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7086"/>
                <a:gridCol w="3702077"/>
                <a:gridCol w="2298675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操作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语义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复杂度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Stack()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创建空栈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push(item)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入栈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均摊 O(1)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pop()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出栈并返回栈顶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peek() / top()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查看栈顶不弹出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is_empty() / size()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判空 / 元素个数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顺序栈的完整实现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class Stack: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"""基于 Python list 尾部的顺序栈，所有操作均摊 O(1)。"""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def __init__(self, iterable=None):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self._items = list(iterable) if iterable else []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def push(self, item):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self._items.append(item)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def pop(self):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if not self._items: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raise IndexError("pop from empty stack")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return self._items.pop()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def peek(self):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return self._items[-1]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def is_empty(self):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return not self._items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def __len__(self):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return len(self._items)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⭐ 实战约定：OJ 上直接用 list 当栈（append / pop / [-1]），代码更短、常数更小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定长数组实现（了解）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若语言不提供动态数组（如 C 的静态数组），用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数组 + 栈顶指针 top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top = -1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表示空栈；push 时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top += 1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，pop 时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top -= 1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上溢 overflow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：push 时 top 已到达数组末尾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下溢 underflow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：pop 时 top &lt;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应用一：括号匹配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LC 20 有效的括号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83845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6372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is_valid(s: str) -&gt; bool: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pairs = {')': '(', ']': '[', '}': '{'}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stack = []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ch in s: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ch in '([{':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stack.append(ch)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elif ch in pairs: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if not stack or stack.pop() != pairs[ch]: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return False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not stack          # 结束时必须为空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5577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时间 O(n)，空间 O(n)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括号匹配的三个易错点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遇右括号时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栈已空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→ 无效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栈顶与当前右括号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不配对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→ 无效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扫描结束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栈非空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（有左括号没闭合）→ 无效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很多人只写前两个判断，漏掉第三个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OJ 03704 括号匹配问题：栈里存下标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import sys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for line in sys.stdin: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line = line.rstrip('\n')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if not line: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continue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mark = [' '] * len(line)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stack = []                       # 存放未匹配左括号的下标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for i, ch in enumerate(line):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if ch == '(':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stack.append(i)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elif ch == ')':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if stack: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    stack.pop()          # 配对成功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else: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    mark[i] = '?'        # 多余的右括号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for i in stack: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mark[i] = '$'                # 多余的左括号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print(line)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print(''.join(mark))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关键改造：栈里存的不是括号字符而是【下标】—— 这样才能回头标记位置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LC 32 最长有效括号（进阶）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60616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4049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longest_valid(s: str) -&gt; int: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stack = [-1]              # 栈底放"上一个未匹配右括号的位置"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best =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i, ch in enumerate(s):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ch == '(':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stack.append(i)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else: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stack.pop()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if stack: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best = max(best, i - stack[-1])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else: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stack.append(i)      # 重新设定基准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best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应用二：进制转换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反复除基取余，余数逆序输出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DIGITS = "0123456789ABCDEF"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def to_base(n: int, base: int) -&gt; str: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if n == 0: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return "0"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neg, n = n &lt; 0, abs(n)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stack = []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while n &gt; 0: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stack.append(DIGITS[n % base])   # 余数入栈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n //= base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if neg: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stack.append('-')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return ''.join(reversed(stack))      # 逆序输出 —— 正是栈的用武之地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print(to_base(233, 2))    # 11101001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print(to_base(233, 16))   # E9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Python 内建：bin / oct / hex；反向用 int(s, base)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应用三：表达式的三种表示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中缀、前缀、后缀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175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8660"/>
                <a:gridCol w="2288380"/>
                <a:gridCol w="4800798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形式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写法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特点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中缀 infix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( 1 + 2 ) * 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人类习惯，需要括号和优先级规则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前缀 prefix（波兰式）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* + 1 2 3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运算符在前，无需括号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后缀 postfix（逆波兰式）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 2 + 3 *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运算符在后，⭐ 最易被机器求值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三种形式其实是同一棵表达式树的三种遍历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78430"/>
            <a:ext cx="11057839" cy="16840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*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/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+   3          前序遍历 = 前缀:  * + 1 2 3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/ \             中序遍历 = 中缀:  1 + 2 * 3  (需补括号)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1   2            后序遍历 = 后缀:  1 2 + 3 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这一点会在第 9 周“树的遍历”中再次出现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调度场算法（Shunting Yard）：中缀 → 后缀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由 Dijkstra 提出；维护一个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运算符栈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和一个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输出队列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遇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操作数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：直接输出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遇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(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：入栈；遇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：不断弹栈输出直到遇 (，弹掉 ( 不输出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遇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运算符 op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：当栈顶优先级 ≥ op（左结合）时弹出输出，然后 op 入栈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扫描结束：把栈中剩余运算符全部弹出输出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OJ 24591 中序表达式转后序表达式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PREC = {'+': 1, '-': 1, '*': 2, '/': 2}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def infix_to_postfix(tokens):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output, ops = [], []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for tk in tokens: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if tk not in PREC and tk not in '()':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output.append(tk)                    # 操作数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elif tk == '(':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ops.append(tk)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elif tk == ')':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while ops and ops[-1] != '(':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    output.append(ops.pop())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ops.pop()                            # 弹掉 '('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else:                                    # 运算符，均为左结合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while ops and ops[-1] != '(' and PREC[ops[-1]] &gt;= PREC[tk]: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    output.append(ops.pop())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ops.append(tk)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while ops: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output.append(ops.pop())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return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⚠️ 左结合必须用 &gt;=，写成 &gt; 会让 10-3-2 算错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手工模拟 ( 1 + 2 ) *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5548"/>
                <a:gridCol w="3415548"/>
                <a:gridCol w="4226741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读入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运算符栈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输出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(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(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(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+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( +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( +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1 2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（空）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 2 +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*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*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 2 +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*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 2 + 3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结束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（空）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 2 + 3 *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后缀求值：操作数入栈，遇运算符弹两个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def eval_postfix(tokens):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stack = []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for tk in tokens: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if tk in '+-*/':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b = stack.pop()          # ⚠️ 先弹的是右操作数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a = stack.pop()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if tk == '+':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    stack.append(a + b)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elif tk == '-':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    stack.append(a - b)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elif tk == '*':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    stack.append(a * b)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else: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    stack.append(a / b)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else: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stack.append(float(tk))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return stack[-1]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LC 150 逆波兰表达式求值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OJ 02694 波兰表达式：从右往左，规则对称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86207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6609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eval_prefix(tokens):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stack = []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tk in reversed(tokens):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tk in '+-*/':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a = stack.pop()          # 从右往左，先弹的是左操作数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b = stack.pop()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stack.append({'+': a + b, '-': a - b,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          '*': a * b, '/': a / b}[tk])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else: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stack.append(float(tk))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stack[-1]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print(f"{eval_prefix(input().split()):.6f}")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5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应用四：模拟与单调栈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OJ 22068 合法出栈序列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def is_valid_pop_sequence(origin: str, target: str) -&gt; bool: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if len(origin) != len(target):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return False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stack, j = [], 0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for ch in origin: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stack.append(ch)                       # 依次入栈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while stack and j &lt; len(target) and stack[-1] == target[j]: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stack.pop()                        # 能弹就弹（贪心）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j += 1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return not stack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import sys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lines = sys.stdin.read().split()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origin = lines[0]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for t in lines[1:]: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print("YES" if is_valid_pop_sequence(origin, t) else "NO")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时间 O(n)：每个元素最多入栈一次、出栈一次。相关：LC 946 验证栈序列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单调栈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栈中元素保持单调，用来求“下一个更大 / 更小元素”
把 O(n²) 降到 O(n)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LC 739 每日温度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83845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6372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daily_temperatures(temps):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 = len(temps)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ans = [0] * n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stack = []                        # 存下标，对应温度单调递减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i, t in enumerate(temps):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while stack and temps[stack[-1]] &lt; t: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j = stack.pop()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ans[j] = i - j            # i 就是 j 的"下一个更大元素"位置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stack.append(i)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5577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为什么是 O(n)：每个下标最多入栈一次、出栈一次，总操作 2n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LC 84 柱状图中最大的矩形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83845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6372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largest_rectangle(heights):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heights = [0] + heights + [0]      # 首尾哨兵，省去边界判断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stack, best = [],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i, h in enumerate(heights):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while stack and heights[stack[-1]] &gt; h: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top = stack.pop()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width = i - stack[-1] - 1  # 左右第一个更矮的柱子之间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best = max(best, heights[top] * width)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stack.append(i)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best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栈与递归：系统调用栈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每次函数调用，运行时会压入一个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栈帧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（参数、局部变量、返回地址）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递归本质上就是在用系统栈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任何递归都可以用显式栈改写成迭代（第 9 周做二叉树遍历的迭代版）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递归太深会 RecursionError —— OJ 上写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sys.setrecursionlimit(1 &lt;&lt; 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本周作业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6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9897"/>
                <a:gridCol w="4903142"/>
                <a:gridCol w="2753416"/>
                <a:gridCol w="2061381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#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平台 / 编号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有效的括号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括号匹配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括号匹配问题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03704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栈存下标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十进制到八进制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02734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进制转换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中序表达式转后序表达式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24591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调度场算法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波兰表达式 / 逆波兰表达式求值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02694 / LC 150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前缀、后缀求值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合法出栈序列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22068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栈模拟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每日温度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739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单调栈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8（选做）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柱状图中最大的矩形 / 最长有效括号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84 / LC 32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单调栈进阶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栈的核心是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LIFO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，接口只有 push / pop / peek / is_empty，全部 O(1)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Python 中直接用 list 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尾部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当栈；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绝不要用头部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（O(n)）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四类经典应用：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匹配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逆序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表达式处理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模拟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单调栈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把“求下一个更大元素”从 O(n²) 降到 O(n)，是高频考点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下周预告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：队列、双端队列，以及顺序表 vs 链表的存储结构之争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