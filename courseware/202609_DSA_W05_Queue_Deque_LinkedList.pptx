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第5周　队列、双端队列与链表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FIFO · 循环队列 · 单调队列 · 顺序表 vs 链表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教学要求：理解队列 FIFO 特性；能够实现队列与双端队列；理解顺序表与链表在存储与操作上的差异；掌握链表实现技巧；分析插入/删除的时间复杂度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队列 ADT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FIFO、循环队列、collections.deque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双端队列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回文判断、单调队列、约瑟夫问题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顺序表 vs 链表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存储结构对比与复杂度权衡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链表的实现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无序表、有序表、双向链表、哨兵结点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9"/>
              </a:spcAft>
            </a:pPr>
            <a:r>
              <a:rPr sz="1950" b="1" i="0">
                <a:solidFill>
                  <a:srgbClr val="12395B"/>
                </a:solidFill>
                <a:latin typeface="Segoe UI"/>
                <a:ea typeface="微软雅黑"/>
              </a:rPr>
              <a:t>▍ 链表经典题型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70"/>
              </a:spcAft>
            </a:pPr>
            <a:r>
              <a:rPr sz="1598" b="0" i="0">
                <a:solidFill>
                  <a:srgbClr val="6B7582"/>
                </a:solidFill>
                <a:latin typeface="Segoe UI"/>
                <a:ea typeface="微软雅黑"/>
              </a:rPr>
              <a:t>·  反转、合并、快慢指针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队列 ADT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FIFO：先进先出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029077"/>
            <a:ext cx="11057839" cy="140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enqueue -&gt;  [ 5 ][ 4 ][ 3 ][ 2 ][ 1 ]  -&gt; dequeue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rear                 front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只允许队尾入队、队首出队；像排队买票，先来先服务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⚠️ 用 list 实现队列的陷阱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BadQueue: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"""dequeue 是 O(n)：pop(0) 要搬移所有后续元素。"""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__init__(self):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self._items = []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enqueue(self, item):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self._items.append(item)      # O(1)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dequeue(self):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self._items.pop(0)     # O(n)  &lt;-- 灾难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1167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n 次出队总代价 O(n²) —— BFS 用它必然超时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双指针写法：惰性删除（BFS 常用）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81483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61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q = [start]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head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while head &lt; len(q):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cur = q[head]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head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# ... 处理 cur，把新元素 q.append(...)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23215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代价是空间不回收；但 BFS 中每个结点只入队一次，无妨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循环队列：取模实现“绕回”，避免搬移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467737"/>
            <a:ext cx="11057839" cy="2526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容量 8，front = 5，rear = 2（下一个入队位置）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索引:  0    1    2    3    4    5    6    7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[c]  [d]  [ ]  [ ]  [ ]  [a]  [b]  [ 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   ^rear          ^front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判空/判满难题：front == rear 时既可能空也可能满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三种解法：(1) 牺牲一个单元 (2) 额外计数器 (3) 标志位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循环队列实现（用计数器）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class CircularQueue: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__init__(self, capacity):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self._data = [None] * capacity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self._cap = capacity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self._front = 0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self._size = 0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enqueue(self, item):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if self._size == self._cap: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raise OverflowError("queue is full")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rear = (self._front + self._size) % self._cap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self._data[rear] = item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self._size += 1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dequeue(self):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if self._size == 0: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raise IndexError("dequeue from empty queue")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item = self._data[self._front]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self._data[self._front] = None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self._front = (self._front + 1) % self._cap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self._size -= 1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return 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对应练习：LC 622 设计循环队列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collections.deque：实战首选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q = deque()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q.append(x)        # 入队（右端）   O(1)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v = q.popleft()    # 出队（左端）   O(1)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q[0]               # 队首          O(1)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len(q)             # 大小          O(1)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dq = deque(maxlen=3)     # 定长队列，超出自动挤掉另一端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9986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deque 底层是双向链表连接的块数组：两端 O(1)，中间随机访问 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双端队列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list vs deque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17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3898"/>
                <a:gridCol w="2211567"/>
                <a:gridCol w="186237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list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deque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append / pop（右端）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均摊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appendleft / popleft（左端）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⚠️ 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随机访问 d[i]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应用：回文判断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is_palindrome(s: str) -&gt; bool: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 = deque(c for c in s.lower() if c.isalnum())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len(d) &gt; 1: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d.popleft() != d.pop():     # 两端同时取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False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单调队列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队列中存下标，对应值单调递减
队首永远是当前窗口的最大值 —— 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239 滑动窗口最大值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def max_sliding_window(nums, k):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dq = deque()          # 存下标，nums[dq] 单调递减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ans = []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for i, v in enumerate(nums):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# 1) 队尾出：比新元素小的都不可能再当最大值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while dq and nums[dq[-1]] &lt;= v: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dq.pop()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dq.append(i)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# 2) 队首出：滑出窗口的下标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if dq[0] &lt;= i - k: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dq.popleft()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# 3) 窗口成形后记录答案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if i &gt;= k - 1: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ans.append(nums[dq[0]])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return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每个下标最多入队、出队各一次 ⇒ O(n)。朴素做法 O(nk) 在 n=10⁵ 时会 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单调栈与单调队列：一对孪生技巧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单调栈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（第 4 周）：求“下一个更大 / 更小元素”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单调队列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（本周）：求“滑动窗口极值”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共同思想：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及时丢掉永远不会成为答案的元素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共同效果：把 O(n²) 压到 O(n)，靠的是“每个元素进出各一次”的均摊分析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02746 约瑟夫问题：两种解法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# 解法 1：deque 旋转法（直观）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while True: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n, m = map(int, input().split())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if n == 0 and m == 0: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break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d = deque(range(1, n + 1))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while len(d) &gt; 1: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d.rotate(-(m - 1))      # 把第 m 个人转到队首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d.popleft()             # 出列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print(d[0])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# 解法 2：数学递推，O(n)，无需数据结构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def josephus(n, m):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ans = 0                      # f(1) = 0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for i in range(2, n + 1):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ans = (ans + m) % i      # f(n) = (f(n-1) + m) % n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return ans + 1               # 转成 1-based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顺序表 vs 链表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两种存储结构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08072"/>
            <a:ext cx="11057839" cy="2245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顺序表（数组）：元素连续存放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内存:  [a0][a1][a2][a3][a4]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地址:  100 104 108 112 116     -&gt;  a[3] 地址直接算出，O(1)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链表：元素分散存放，每个结点额外存"下一个结点的引用"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head -&gt; [a0|.]-&gt; [a1|.]-&gt; [a2|.]-&gt; [a3|/]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存数据 存指针                  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复杂度对比（务必背下来）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847"/>
                <a:gridCol w="3300847"/>
                <a:gridCol w="4456144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顺序表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单链表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按下标访问 a[i]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O(n)（要从头走）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头部插入 / 删除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O(1)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尾部插入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均摊 O(1)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O(1) 有尾指针 / O(n) 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已知结点位置后插删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O(n)（搬移）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O(1)（改指针）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按值查找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O(n)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空间开销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紧凑，可能预留空位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每结点多存 1~2 个引用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缓存友好性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好（连续内存）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差（指针跳转）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96011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结论：频繁随机访问用顺序表；频繁在已知位置插删用链表。理论复杂度不是唯一考量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链表的实现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结点与无序链表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class Node: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__slots__ = ('value', 'next')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__init__(self, value, nxt=None):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self.value = value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self.next = nxt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class UnorderedList: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__init__(self):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self.head = None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add(self, item):                  # 头插，O(1)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self.head = Node(item, self.head)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def search(self, item):               # O(n)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cur = self.head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while cur is not None: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if cur.value == item: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    return True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    cur = cur.next</a:t>
            </a:r>
          </a:p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146" b="0" i="0">
                <a:solidFill>
                  <a:srgbClr val="242A33"/>
                </a:solidFill>
                <a:latin typeface="Consolas"/>
                <a:ea typeface="Consolas"/>
              </a:rPr>
              <a:t>        return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删除操作的核心难点是“找前驱” —— 单链表所有插删代码的共同麻烦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哨兵结点（dummy head）：消除边界判断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# 没有哨兵：要区分"删头结点"与"删中间结点"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def remove(self, item):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prev, cur = None, self.head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while cur: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if cur.value == item: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if prev is None: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self.head = cur.next      # 特判！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else: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    prev.next = cur.next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return True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prev, cur = cur, cur.next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# 有哨兵：所有结点都有前驱，代码统一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def remove(self, item):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prev = self.dummy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while prev.next: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if prev.next.value == item: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prev.next = prev.next.next    # 无需特判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    return True</a:t>
            </a:r>
          </a:p>
          <a:p>
            <a:pPr algn="l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201" b="0" i="0">
                <a:solidFill>
                  <a:srgbClr val="242A33"/>
                </a:solidFill>
                <a:latin typeface="Consolas"/>
                <a:ea typeface="Consolas"/>
              </a:rPr>
              <a:t>        prev = prev.next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写链表代码前先问自己：加个 dummy 能不能省掉特判？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有序链表：插入时找位置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OrderedList: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add(self, item):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"""插入并保持有序，O(n)。"""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prev, cur = None, self.head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while cur is not None and cur.value &lt; item: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prev, cur = cur, cur.next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node = Node(item, cur)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prev is None: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self.head = node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prev.next =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1167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关键认知：有序【数组】可二分 O(log n)；有序【链表】不行，仍是 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为什么有序链表不能二分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链表无法 O(1) 跳到中间位置
要做到 O(log n)，需要跳表或平衡树（第 11 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双向链表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每个结点同时存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prev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next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；配合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头尾哨兵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，两端插删都是 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已知结点时删除也是 O(1)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不需要再找前驱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典型应用：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LRU 缓存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（哈希表定位结点 + 双链表 O(1) 移动），LC 146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Python 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collections.deque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内部就是块状双向链表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链表经典题型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206 反转链表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reverse_list(head):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prev, cur = None, head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cur: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nxt = cur.next        # 1. 存住后继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cur.next = prev       # 2. 掉头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prev, cur = cur, nxt  # 3. 前进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prev               # 新头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reverse_list_rec(head):            # 递归版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head is None or head.next is None: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head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new_head = reverse_list_rec(head.next)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head.next.next = head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head.next = None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new_head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口诀：先存后继，再改指针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21 合并两个有序链表（哨兵登场）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merge_two_lists(l1, l2):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dummy = tail = Node(None)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l1 and l2: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l1.value &lt;= l2.value: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tail.next, l1 = l1, l1.next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tail.next, l2 = l2, l2.next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tail = tail.next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tail.next = l1 or l2               # 接上剩余部分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dummy.next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快慢指针：找中点、判环、找入环点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62978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4286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middle_node(head):                 # LC 876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slow = fast = head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fast and fast.next: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slow, fast = slow.next, fast.next.next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slow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detect_cycle(head):                # LC 142：返回入环结点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slow = fast = head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fast and fast.next: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slow, fast = slow.next, fast.next.next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slow is fast:               # 相遇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p = head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while p is not slow:       # 从头和相遇点同速前进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p, slow = p.next, slow.next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p                   # 再次相遇即入口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19 删除链表的倒数第 N 个结点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remove_nth_from_end(head, 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dummy = Node(None, head)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fast = slow = dummy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_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fast = fast.next          # fast 先走 n 步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fast.next: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fast, slow = fast.next, slow.next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slow.next = slow.next.next    # slow 停在待删结点的前驱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dummy.next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587"/>
                <a:gridCol w="4192763"/>
                <a:gridCol w="2027270"/>
                <a:gridCol w="344021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约瑟夫问题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02746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deque 模拟 / 递推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设计循环队列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622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循环队列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用栈实现队列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232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ADT 转换、均摊分析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滑动窗口最大值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239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单调队列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反转链表 / 合并两个有序链表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206 / 21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指针操作、哨兵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环形链表 II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142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快慢指针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删除链表的倒数第 N 个结点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双指针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LRU 缓存 / 排序链表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146 / 148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哈希+双链表 / 链表归并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95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实验二：实现 UnorderedList、OrderedList、CircularQueue 并配单元测试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队列 =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FIFO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，实战一律用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deque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；数组实现要用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循环队列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避免搬移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单调队列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解决滑动窗口极值，O(n)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顺序表 vs 链表的取舍：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随机访问 vs 任意位置插删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，另需考虑缓存友好性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链表编程三板斧：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哨兵结点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快慢指针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先存后继再改指针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：递归与分治，以及五大经典排序算法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第5周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